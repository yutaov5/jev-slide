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bfc23a0974389" /><Relationship Type="http://schemas.openxmlformats.org/officeDocument/2006/relationships/extended-properties" Target="/docProps/app.xml" Id="R390fddab06fe4c51" /><Relationship Type="http://schemas.openxmlformats.org/officeDocument/2006/relationships/officeDocument" Target="/ppt/presentation.xml" Id="Race07d143fcd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b84ef08e15483f"/>
  </p:sldMasterIdLst>
  <p:notesMasterIdLst>
    <p:notesMasterId xmlns:r="http://schemas.openxmlformats.org/officeDocument/2006/relationships" r:id="R1c8f590c48f1418c"/>
  </p:notesMasterIdLst>
  <p:sldIdLst>
    <p:sldId xmlns:r="http://schemas.openxmlformats.org/officeDocument/2006/relationships" id="256" r:id="R08b129cbbf91479c"/>
    <p:sldId xmlns:r="http://schemas.openxmlformats.org/officeDocument/2006/relationships" id="257" r:id="R3adb919068054d85"/>
    <p:sldId xmlns:r="http://schemas.openxmlformats.org/officeDocument/2006/relationships" id="258" r:id="R088e7b14f0664050"/>
    <p:sldId xmlns:r="http://schemas.openxmlformats.org/officeDocument/2006/relationships" id="259" r:id="R18254aefb7e942bf"/>
    <p:sldId xmlns:r="http://schemas.openxmlformats.org/officeDocument/2006/relationships" id="260" r:id="Ra595a8a39ec5490e"/>
    <p:sldId xmlns:r="http://schemas.openxmlformats.org/officeDocument/2006/relationships" id="261" r:id="Re30fc4cce92e43df"/>
    <p:sldId xmlns:r="http://schemas.openxmlformats.org/officeDocument/2006/relationships" id="262" r:id="Rb37f550500fb4558"/>
    <p:sldId xmlns:r="http://schemas.openxmlformats.org/officeDocument/2006/relationships" id="263" r:id="Rfe63de4c416148ac"/>
    <p:sldId xmlns:r="http://schemas.openxmlformats.org/officeDocument/2006/relationships" id="264" r:id="R9101510c769b41a3"/>
    <p:sldId xmlns:r="http://schemas.openxmlformats.org/officeDocument/2006/relationships" id="265" r:id="R3e51a56bf6aa460e"/>
    <p:sldId xmlns:r="http://schemas.openxmlformats.org/officeDocument/2006/relationships" id="266" r:id="Rd0e0cf627ad84887"/>
    <p:sldId xmlns:r="http://schemas.openxmlformats.org/officeDocument/2006/relationships" id="267" r:id="Rbf05847157494baf"/>
    <p:sldId xmlns:r="http://schemas.openxmlformats.org/officeDocument/2006/relationships" id="268" r:id="Rae2741d8f7204557"/>
    <p:sldId xmlns:r="http://schemas.openxmlformats.org/officeDocument/2006/relationships" id="269" r:id="R9f7640ea50c243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2225a121f4bc3" /><Relationship Type="http://schemas.openxmlformats.org/officeDocument/2006/relationships/slideMaster" Target="/ppt/slideMasters/slideMaster1.xml" Id="Re5b84ef08e15483f" /><Relationship Type="http://schemas.openxmlformats.org/officeDocument/2006/relationships/notesMaster" Target="/ppt/notesMasters/notesMaster1.xml" Id="R1c8f590c48f1418c" /><Relationship Type="http://schemas.openxmlformats.org/officeDocument/2006/relationships/presProps" Target="/ppt/presProps.xml" Id="R238f6e3b91494523" /><Relationship Type="http://schemas.openxmlformats.org/officeDocument/2006/relationships/tableStyles" Target="/ppt/tableStyles.xml" Id="Re4e45157341a4272" /><Relationship Type="http://schemas.openxmlformats.org/officeDocument/2006/relationships/slide" Target="/ppt/slides/slide1.xml" Id="R08b129cbbf91479c" /><Relationship Type="http://schemas.openxmlformats.org/officeDocument/2006/relationships/slide" Target="/ppt/slides/slide2.xml" Id="R3adb919068054d85" /><Relationship Type="http://schemas.openxmlformats.org/officeDocument/2006/relationships/slide" Target="/ppt/slides/slide3.xml" Id="R088e7b14f0664050" /><Relationship Type="http://schemas.openxmlformats.org/officeDocument/2006/relationships/slide" Target="/ppt/slides/slide4.xml" Id="R18254aefb7e942bf" /><Relationship Type="http://schemas.openxmlformats.org/officeDocument/2006/relationships/slide" Target="/ppt/slides/slide5.xml" Id="Ra595a8a39ec5490e" /><Relationship Type="http://schemas.openxmlformats.org/officeDocument/2006/relationships/slide" Target="/ppt/slides/slide6.xml" Id="Re30fc4cce92e43df" /><Relationship Type="http://schemas.openxmlformats.org/officeDocument/2006/relationships/slide" Target="/ppt/slides/slide7.xml" Id="Rb37f550500fb4558" /><Relationship Type="http://schemas.openxmlformats.org/officeDocument/2006/relationships/slide" Target="/ppt/slides/slide8.xml" Id="Rfe63de4c416148ac" /><Relationship Type="http://schemas.openxmlformats.org/officeDocument/2006/relationships/slide" Target="/ppt/slides/slide9.xml" Id="R9101510c769b41a3" /><Relationship Type="http://schemas.openxmlformats.org/officeDocument/2006/relationships/slide" Target="/ppt/slides/slide10.xml" Id="R3e51a56bf6aa460e" /><Relationship Type="http://schemas.openxmlformats.org/officeDocument/2006/relationships/slide" Target="/ppt/slides/slide11.xml" Id="Rd0e0cf627ad84887" /><Relationship Type="http://schemas.openxmlformats.org/officeDocument/2006/relationships/slide" Target="/ppt/slides/slide12.xml" Id="Rbf05847157494baf" /><Relationship Type="http://schemas.openxmlformats.org/officeDocument/2006/relationships/slide" Target="/ppt/slides/slide13.xml" Id="Rae2741d8f7204557" /><Relationship Type="http://schemas.openxmlformats.org/officeDocument/2006/relationships/slide" Target="/ppt/slides/slide14.xml" Id="R9f7640ea50c2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ddb679b97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2696574754179" /><Relationship Type="http://schemas.openxmlformats.org/officeDocument/2006/relationships/notesMaster" Target="/ppt/notesMasters/notesMaster1.xml" Id="R5af047bae9eb4e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eb7bea8a1b4e65" /><Relationship Type="http://schemas.openxmlformats.org/officeDocument/2006/relationships/notesMaster" Target="/ppt/notesMasters/notesMaster1.xml" Id="Raea8de383836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35b59d9da54edd" /><Relationship Type="http://schemas.openxmlformats.org/officeDocument/2006/relationships/notesMaster" Target="/ppt/notesMasters/notesMaster1.xml" Id="Re0081a9bf53f44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70c5c5cec64ac0" /><Relationship Type="http://schemas.openxmlformats.org/officeDocument/2006/relationships/notesMaster" Target="/ppt/notesMasters/notesMaster1.xml" Id="Raa9c51f32e2a4f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da89f0e0c34354" /><Relationship Type="http://schemas.openxmlformats.org/officeDocument/2006/relationships/notesMaster" Target="/ppt/notesMasters/notesMaster1.xml" Id="Re002a0a9fa09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71ea16fb04edf" /><Relationship Type="http://schemas.openxmlformats.org/officeDocument/2006/relationships/notesMaster" Target="/ppt/notesMasters/notesMaster1.xml" Id="R039dada96d6d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4d7add742b4356" /><Relationship Type="http://schemas.openxmlformats.org/officeDocument/2006/relationships/notesMaster" Target="/ppt/notesMasters/notesMaster1.xml" Id="R0e7c8e0fdeb0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d616f8df543e3" /><Relationship Type="http://schemas.openxmlformats.org/officeDocument/2006/relationships/notesMaster" Target="/ppt/notesMasters/notesMaster1.xml" Id="R62da859081284e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c9900ef22040a0" /><Relationship Type="http://schemas.openxmlformats.org/officeDocument/2006/relationships/notesMaster" Target="/ppt/notesMasters/notesMaster1.xml" Id="Rae531e05614c42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9caa47fe164aed" /><Relationship Type="http://schemas.openxmlformats.org/officeDocument/2006/relationships/notesMaster" Target="/ppt/notesMasters/notesMaster1.xml" Id="Rb0ca44e3f961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1163696e6d4f67" /><Relationship Type="http://schemas.openxmlformats.org/officeDocument/2006/relationships/notesMaster" Target="/ppt/notesMasters/notesMaster1.xml" Id="R31b36eeb31d44d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f07f0767bf435b" /><Relationship Type="http://schemas.openxmlformats.org/officeDocument/2006/relationships/notesMaster" Target="/ppt/notesMasters/notesMaster1.xml" Id="Rf352da874a1640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6eac01bc245cf" /><Relationship Type="http://schemas.openxmlformats.org/officeDocument/2006/relationships/notesMaster" Target="/ppt/notesMasters/notesMaster1.xml" Id="Ra4dd38a85b014b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88064bf6084ed4" /><Relationship Type="http://schemas.openxmlformats.org/officeDocument/2006/relationships/notesMaster" Target="/ppt/notesMasters/notesMaster1.xml" Id="R9b71cd1bf01c4e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目标听众：手机 SoC、Linux 内核和系统软件开发工程师。把 Jev 当成候选决策接口来评估，不预设其适用于设备端或实时控制。用户提供的资料：https://github.com/skJack/-lip-/tree/main/08-%E7%AC%AC30%E6%9C%9F-Jev-%E4%B8%8D%E7%94%9F%E6%88%90%E6%96%87%E6%9C%AC%E7%9A%84%E5%86%B3%E7%AD%96%E6%A8%A1%E5%9E%8B 。TypeSafe 官方介绍：https://docs.typesafe.ai/introduction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将 Jev 定位为 System One 决策模型：同一 state 配合聚焦问题，返回可供软件路由、排序或升级复核的结构化答案。这里的 kernel panic/ftrace 示例是面向工程评审的假设工作流，不表示 Jev 已经在内核日志上验证。来源：https://docs.typesafe.ai/introduction ；https://www.typesafeai.org/jev ；用户提供资料的 README 与事实核查：https://github.com/skJack/-lip-/tree/main/08-%E7%AC%AC30%E6%9C%9F-Jev-%E4%B8%8D%E7%94%9F%E6%88%90%E6%96%87%E6%9C%AC%E7%9A%84%E5%86%B3%E7%AD%96%E6%A8%A1%E5%9E%8B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官方文档：Choice 返回 choice、probabilities、confidence：https://docs.typesafe.ai/primitives/choice ；Score 返回 score、probabilities、confidence：https://docs.typesafe.ai/primitives/score ；Noul 返回 yes 概率，不另给 confidence：https://docs.typesafe.ai/primitives/noul 。Introduction 说明可在同一 API 请求中混合三种问题并平行评估：https://docs.typesafe.ai/introduction 。所有类型面向文本 state；Model reference：https://docs.typesafe.ai/models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输出格式受问题 schema 约束，官方称其不存在 type error；这不等于判断为真。独立 arXiv 预印本《Type-Safe Is Not Error-Free》在 1,200 个工作流判断上研究 option name 与 rubric 的映射：对 hosted Jev，0/1 名称与 no/yes 名称交换使 AUC 从 .8146 降至 .5806，并观察到 0% type errors。此研究为单项预印本结果，应视作风险信号而非普遍效应：https://arxiv.org/abs/2609.26758 。官方 launch blog 对类型错误的说法：https://typesafe.ai/blog/introducing-system-one-models-and-jev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Models 文档截至 2026-09-26 列出 Jev 1.13.0、POST /v1/systemone、文本输入、64k 总请求与 32k state+最长单题限制、价格和动态调整的 rate limit：https://docs.typesafe.ai/models 。该页说明模型通过同一托管 endpoint 服务，模型 alias 会变，response 返回 versioned id；建议需要稳定阈值时 pin version。官方 blog 提到 RLCD、新架构和 parallel sampler：https://typesafe.ai/blog/introducing-system-one-models-and-jev 。同文称输入价格公开、但无法证明价格非补贴；不要把 token 价当作手机的单位能耗或系统总成本。用户提供的拆解文章在其更新时间点说明官方没有发布模型权重/完整结构文档，另引用创始人访谈的纯合成数据说法；后者是访谈陈述，不是公开训练集审计：https://github.com/skJack/-lip-/tree/main/08-%E7%AC%AC30%E6%9C%9F-Jev-%E4%B8%8D%E7%94%9F%E6%88%90%E6%96%87%E6%9C%AC%E7%9A%84%E5%86%B3%E7%AD%96%E6%A8%A1%E5%9E%8B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四篇 arXiv 预印本：Same Scores, Different Decisions (ContractNLI)：https://arxiv.org/abs/2609.27678 ；JEV-as-a-Judge：https://arxiv.org/abs/2609.26550 ；Fast Intent-Driven Service Orchestration with Jev for 6G Edge Networks：https://arxiv.org/abs/2609.23136 ；Type-Safe Is Not Error-Free：https://arxiv.org/abs/2609.26758 。JEV-as-a-Judge 报告其两个评测任务上与最强 judge 的差距、低置信升级策略以及需要推导或抵抗错误论证时的较大差距；这些是该预印本指定任务的结果。6G 论文的摘要明确将语言意图解释与数值调度分工。相关论文原文、LaTeX 和 PDF 索引见项目 related_work/README.md。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全部数值来自主比较论文的本地 LaTeX 表格 tables/test_completed_baseline.tex 与 test_response_time.tex，论文版本 arXiv:2609.27678。测试使用 ContractNLI 官方 test split 的 123 份合同、2,091 个 entailment / contradiction / not-mentioned 判断，每份 17 个标签。论文报告 Jev accuracy 77.38%、Macro-F1 72.23%、成本 $0.000228/contract、客户端 median 1.24s、P95 1.59s。Flash-Lite 为 82.54%、76.96%、$0.001353、1.60/2.78s；Gemini Pro Preview 为 83.21%、77.71%、$0.008474、3.73/8.49s。Flash-Lite 的相对成本 0.001353 / 0.000228 ≈ 5.93；Pro 相对成本 ≈37.2。论文明确说明 elapsed time 含 client preparation, connection, network, service processing, response validation；其延迟不能说明纯架构效率、设备端表现或并发吞吐。arXiv 页面：https://arxiv.org/abs/2609.27678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 stability panel 从官方测试集选择 30 份合同、每份一个 anchor target。4 条件 A-D 各做三次：A target only visible/requested; B all 17 visible but only target requested; C all 17 visible and requested; D all 17 requested with output/question order intervention. Jev 23/30 targets 在 12 次中持续正确，5 targets 是一致的稳定错误，2 targets 是有效但变化的标签。Jev 360 个 anchor responses 的平均正确率 79.44%，Qwen3.5-9B 为 79.17%，对应持续正确 23/30 与 18/30。Claude Sonnet 5 为 24/30，和 Jev 相差一个 target，配对区间跨零。论文明确不主张通用稳定性优势；小样本和条件定义限制外推。来源：https://arxiv.org/abs/2609.27678 ，特别参见本地 source/tables/test_anchor_outcomes_main.tex 与 main.tex 129-147 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官方 Jev 1.13 jaggedness 页面列出 literal reading、math/count/date comparison、indirection、large irrelevant state、adversarial input、contradictory criteria 等边界，并建议数学、日期组件和结构不变量由代码处理：https://docs.typesafe.ai/model-jaggedness/jev-1.13 。官方 Models 页说明英语为主要训练语言，CJK 可处理但表现不保证同等，输入为 text only：https://docs.typesafe.ai/models 。选项名 / rubric 偏置研究：https://arxiv.org/abs/2609.26758 。这里的手机内核日志工程建议是基于这些边界提出的验证计划，不是已完成的设备日志实验。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的公开定位覆盖 classification, routing, scoring, gating 等窄判断；官方同时建议数字逻辑、权限和长链推理留给代码或生成式模型：https://docs.typesafe.ai/introduction ；https://docs.typesafe.ai/model-jaggedness/jev-1.13 。这里区分日志分析/工单分流与内核硬实时动作，是按 Android/Linux 控制路径的时延、故障隔离、断网行为要求作的工程假设。未有本项目数据验证，不应将示例描述成 Jev 的现有能力。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此图是提议的接入架构，不是 TypeSafe 官方 SDK 参考设计，也不是已经在手机产品上验证的方案。官方 Jev 文本输入需将非文本数据预处理成 state：https://docs.typesafe.ai/models 。使用 typed outputs/confidence 作路由和 escalation 的官方建议见：https://docs.typesafe.ai/confidence 。Model alias 可能随发布变化，响应含实际 versioned model id；需要阈值稳定时应 pin 版本并记录：https://docs.typesafe.ai/models 。当前公开接口是托管 API；来源检索未发现可下载 Jev 权重，因此图中 API 不代表 NPU、本机推理。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主比较论文的做法值得借鉴：固定任务定义、请求条件和目标，保留无效输出并将其计入分母；分开报告准确率、持续正确和重复差异；以合同为 cluster bootstrap，而非把重复回答当独立样本。来源：https://arxiv.org/abs/2609.27678 。本页是建议的 Jev × 手机平台试点评估计划，不代表现有项目数据、已确定指标或合格阈值。建议在项目 AGENTS.md 仍未定义研究问题、数据和协议的背景下，先与系统 / 数据安全负责人定这些约束，再冻结实验。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这些问题是为 Huawei 手机 SoC / 内核工程评审场景提出的尽调清单，不是对 TypeSafe 的断言。公开 Model docs 列明 text-only、上下文、价格、动态 rate limit、别名版本行为与英文/CJK 说明：https://docs.typesafe.ai/models 。官方 confidence 文档明确 confidence 是概率分布的派生统计，阈值需根据风险选择：https://docs.typesafe.ai/confidence 。官方数据使用说明：https://docs.typesafe.ai/legal 。论文计时测的是请求端到端耗时而非芯片能耗或并发服务 QoS：https://arxiv.org/abs/2609.27678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 TypeSafe Introduction: https://docs.typesafe.ai/introduction ; Models: https://docs.typesafe.ai/models ; Primitives: https://docs.typesafe.ai/primitives ; Choice: https://docs.typesafe.ai/primitives/choice ; Score: https://docs.typesafe.ai/primitives/score ; Noul: https://docs.typesafe.ai/primitives/noul ; Confidence: https://docs.typesafe.ai/confidence ; Jev 1.13 jaggedness: https://docs.typesafe.ai/model-jaggedness/jev-1.13 .</a:t>
            </a:r>
          </a:p>
          <a:p xmlns:a="http://schemas.openxmlformats.org/drawingml/2006/main">
            <a:r>
              <a:t>S2 TypeSafe launch blog: https://typesafe.ai/blog/introducing-system-one-models-and-jev .</a:t>
            </a:r>
          </a:p>
          <a:p xmlns:a="http://schemas.openxmlformats.org/drawingml/2006/main">
            <a:r>
              <a:t>S3 Zhang et al., Same Scores, Different Decisions, arXiv:2609.27678: https://arxiv.org/abs/2609.27678 .</a:t>
            </a:r>
          </a:p>
          <a:p xmlns:a="http://schemas.openxmlformats.org/drawingml/2006/main">
            <a:r>
              <a:t>S4 Li et al., JEV-as-a-Judge: Accept When Confident, Escalate When Unsure, arXiv:2609.26550: https://arxiv.org/abs/2609.26550 .</a:t>
            </a:r>
          </a:p>
          <a:p xmlns:a="http://schemas.openxmlformats.org/drawingml/2006/main">
            <a:r>
              <a:t>S5 Sun et al., Type-Safe Is Not Error-Free: A Constrained Decision Head Follows the Option Name, Not the Rubric Bound to It, arXiv:2609.26758: https://arxiv.org/abs/2609.26758 .</a:t>
            </a:r>
          </a:p>
          <a:p xmlns:a="http://schemas.openxmlformats.org/drawingml/2006/main">
            <a:r>
              <a:t>S6 Li et al., Fast Intent-Driven Service Orchestration with Jev for 6G Edge Networks, arXiv:2609.23136: https://arxiv.org/abs/2609.23136 .</a:t>
            </a:r>
          </a:p>
          <a:p xmlns:a="http://schemas.openxmlformats.org/drawingml/2006/main">
            <a:r>
              <a:t>S7 Koreeda &amp; Manning, ContractNLI, arXiv:2110.01799: https://arxiv.org/abs/2110.01799 .</a:t>
            </a:r>
          </a:p>
          <a:p xmlns:a="http://schemas.openxmlformats.org/drawingml/2006/main">
            <a:r>
              <a:t>S8 User-provided source: https://github.com/skJack/-lip-/tree/main/08-%E7%AC%AC30%E6%9C%9F-Jev-%E4%B8%8D%E7%94%9F%E6%88%90%E6%96%87%E6%9C%AC%E7%9A%84%E5%86%B3%E7%AD%96%E6%A8%A1%E5%9E%8B ; local bibliography and PDFs/LaTeX in X:/Items/Jev-proj/related_work/ .</a:t>
            </a:r>
          </a:p>
          <a:p xmlns:a="http://schemas.openxmlformats.org/drawingml/2006/main">
            <a:r>
              <a:t>Use caution: the new Jev papers cited are arXiv preprints as of 2026-09-26. This deck does not treat vendor performance claims, independent small benchmarks, and comparative preprint results as equivalent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98a8d753141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ba0ca797ff411c" /><Relationship Type="http://schemas.openxmlformats.org/officeDocument/2006/relationships/slideLayout" Target="/ppt/slideLayouts/slideLayout1.xml" Id="R938da896499440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da896499440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620917bdd46df" /><Relationship Type="http://schemas.openxmlformats.org/officeDocument/2006/relationships/notesSlide" Target="/ppt/notesSlides/notesSlide1.xml" Id="R2b70247d9a7048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4df0e40a34f20" /><Relationship Type="http://schemas.openxmlformats.org/officeDocument/2006/relationships/notesSlide" Target="/ppt/notesSlides/notesSlide2.xml" Id="R83ad2f81670c4f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3896182a64b7b" /><Relationship Type="http://schemas.openxmlformats.org/officeDocument/2006/relationships/notesSlide" Target="/ppt/notesSlides/notesSlide3.xml" Id="R5eeda846dedb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f029b78174655" /><Relationship Type="http://schemas.openxmlformats.org/officeDocument/2006/relationships/notesSlide" Target="/ppt/notesSlides/notesSlide4.xml" Id="R7581689de87042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4598549c4991" /><Relationship Type="http://schemas.openxmlformats.org/officeDocument/2006/relationships/notesSlide" Target="/ppt/notesSlides/notesSlide5.xml" Id="R29ef3a56bb4e42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a5faf94764b7d" /><Relationship Type="http://schemas.openxmlformats.org/officeDocument/2006/relationships/notesSlide" Target="/ppt/notesSlides/notesSlide6.xml" Id="R7b35c3230d184c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74f00431a4cc1" /><Relationship Type="http://schemas.openxmlformats.org/officeDocument/2006/relationships/notesSlide" Target="/ppt/notesSlides/notesSlide7.xml" Id="R012e818cdff343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1b63a8c6d4160" /><Relationship Type="http://schemas.openxmlformats.org/officeDocument/2006/relationships/notesSlide" Target="/ppt/notesSlides/notesSlide8.xml" Id="Rc07564e6b5db49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9ea2979d1460e" /><Relationship Type="http://schemas.openxmlformats.org/officeDocument/2006/relationships/notesSlide" Target="/ppt/notesSlides/notesSlide9.xml" Id="R2f929e9818cd4c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8c6df844d41bf" /><Relationship Type="http://schemas.openxmlformats.org/officeDocument/2006/relationships/notesSlide" Target="/ppt/notesSlides/notesSlide10.xml" Id="R641dfe10cac245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b10f9a80148c5" /><Relationship Type="http://schemas.openxmlformats.org/officeDocument/2006/relationships/notesSlide" Target="/ppt/notesSlides/notesSlide11.xml" Id="Re314bf85bd4942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39533ab584cef" /><Relationship Type="http://schemas.openxmlformats.org/officeDocument/2006/relationships/notesSlide" Target="/ppt/notesSlides/notesSlide12.xml" Id="Re39d937a3b9b44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43983d2445bb" /><Relationship Type="http://schemas.openxmlformats.org/officeDocument/2006/relationships/notesSlide" Target="/ppt/notesSlides/notesSlide13.xml" Id="R90395975b9fc40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edff9e4b482f" /><Relationship Type="http://schemas.openxmlformats.org/officeDocument/2006/relationships/notesSlide" Target="/ppt/notesSlides/notesSlide14.xml" Id="Raada0abe7c404e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DA6F6-8420-43BE-A83B-448424D5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2D718-7E99-4932-A45C-2958C025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不生成文本的决策模型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5E511-C739-4DCA-AF73-9F052E11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从 TypeSafe 的 System One，到手机 SoC / Linux 内核工程评估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36667-2DB0-48F7-B6DF-D7E7113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ABBF2-DB08-4A88-86A7-8976C44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962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评审问题：什么判断适合交给模型？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它部署在哪一层？错误、延迟与能耗由谁兜底？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4DED8-4492-4372-9C0B-D8E96F2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960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基于官方文档、arXiv 预印本与用户提供的 Jev 拆解资料  |  2026-09-26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8E4ED-3BE2-44CB-865A-111E297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2714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05BD3-E8A6-4D30-8D33-3878D95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Jev：把语义判断变成软件可消费的结果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D718-E9CD-4ECB-A315-CF1BAFF3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[S1] TypeSafe 官方介绍与用户提供的拆解资料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E2F0C-76D7-4060-BBFD-C8E3F24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11540-F105-4870-A1D5-035B25B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状态 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055D7-04A1-4C18-B238-4E91368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panic / ftrace 窗口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机型、Build、复现步骤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79A7-F688-4772-A94E-AA0542A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CE93-A344-4CD6-A8EC-99AE1AD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问题 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633F-6C99-4C88-8D2F-2ABA7354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是否 GPU hang？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哪个子系统？影响多严重？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5589F-2829-455B-B2F1-96E60B8F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8B241-2680-4E10-AC74-FED7B0B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答案 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1B4F3-3FA1-44E1-AD80-105200A3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标签、分数与概率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供程序检查和排序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72DC2-1CEA-40FE-A86D-D2180AB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6E3C4-7980-43E0-9313-7A6A638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动作 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9F9DC-E823-4847-87B7-BBBE9FA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分流、补采证据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或交给工程师复核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D4FEF-8B24-47FA-BAC9-1C4C73C5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52D97-E406-4FBD-833A-3CEF9BA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工程边界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31EFF-3CEA-4CFC-89BC-F9A03C87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72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 输出的是受限格式的判断，不是内核动作。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权限、状态转换、阈值、硬件控制仍由代码负责。</a:t>
            </a:r>
          </a:p>
        </p:txBody>
      </p:sp>
    </p:spTree>
    <p:extLst>
      <p:ext uri="{BB962C8B-B14F-4D97-AF65-F5344CB8AC3E}">
        <p14:creationId xmlns:p14="http://schemas.microsoft.com/office/powerpoint/2010/main" val="1940353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5D02D-6D5D-41BC-A65E-8B056C9D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API 契约：三种窄问题，共享一份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4AD31-B98B-42FF-9D9B-E8D3613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[S1] TypeSafe Primitives / Models 文档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96433-2709-4850-AAE8-0B08803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753D2-972B-447C-914C-93DF7A3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2555-2B11-47DA-8B9F-06BD83C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Choice｜离散选项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CE04C-1C13-417D-B796-65F8D17A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适合：子系统、故障类别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输出：所选标签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＋每个选项的概率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63CE5-8374-46C0-86EB-7FB6EA0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F15C0-8507-4C81-9AD2-40BB5980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Score｜有序等级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470B3-04FD-4A5C-B268-9B65542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适合：严重度、风险级别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输出：等级位置分数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＋逐级概率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AA730-F89C-4F72-821D-C71C00F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1AA4F-7F8C-4CE2-A129-384E173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Noul｜是 / 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36F75-0CF9-4407-9FE8-2114F777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适合：是否存在某特征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输出：P(yes) ∈ [0,1]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没有单独的 confidence 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D1688-5F4F-48F2-85FE-85E17C2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同一个请求可混用三类问题；每题独立判断同一 state。程序决定怎样组合答案。</a:t>
            </a:r>
          </a:p>
        </p:txBody>
      </p:sp>
    </p:spTree>
    <p:extLst>
      <p:ext uri="{BB962C8B-B14F-4D97-AF65-F5344CB8AC3E}">
        <p14:creationId xmlns:p14="http://schemas.microsoft.com/office/powerpoint/2010/main" val="1013436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EF319-8EB3-4887-A13F-8678CF8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类型安全减少接口错误，不保证语义正确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7D476-196F-496F-A3E8-630E296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S3] TypeSafe 官方说明；近期独立预印本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88A73-98C3-4B5D-A3DC-F8FF529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BCBF6-BFDB-4960-A226-873B9BA9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生成式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26DBD-F742-4E5E-81F1-C2CF4A0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972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自由文本 → JSON / schema 解析 → 校验 / 重试 → 业务代码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285C9-790B-48E2-A204-34997426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76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C041D-CA87-4DAF-937F-F6A2690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state + typed question → 固定结构答案 / 概率 → 业务代码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72391-76B8-44A7-9792-38513CE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6D2E8-7EB1-494F-8476-69B3A43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少掉一类故障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644C3-E80F-4195-8308-F658C9A5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输出字段和标签集合由问题定义；避免自由文本格式漂移与解析失败。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17E86-DBB0-4ADE-B998-DA21B6A1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仍然存在的故障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F58F-C3F4-4683-A463-3E5CB198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模型仍可能选错标签、误读标准，或给出未经本地校准的概率。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5FFAF-D4E6-43C9-B66B-50C8BC3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研究警示：1,200 个工作流判断中，仅交换 0/1 与 no/yes 名称，Jev AUC 从 0.8146 降到 0.5806；type-error 仍为 0%。</a:t>
            </a:r>
          </a:p>
        </p:txBody>
      </p:sp>
    </p:spTree>
    <p:extLst>
      <p:ext uri="{BB962C8B-B14F-4D97-AF65-F5344CB8AC3E}">
        <p14:creationId xmlns:p14="http://schemas.microsoft.com/office/powerpoint/2010/main" val="1142490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62186-AB8D-4E86-A512-6ADABD9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当前公开接口能确认什么；哪些仍未知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58F23-F56C-4CE4-8A88-2778268C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官方 API / 模型说明；社区事实核查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FB306-06EE-4799-8DC9-6411DD03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7A4B8-4D16-4C78-9F2A-EDC5CB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可核验的接口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20381-01CE-4929-919F-39E4B60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jev-1.13.0 · POST /v1/systemone · 文本输入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64k tokens / 请求；state + 最长单题 ≤ 32k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$0.042 / 百万输入 tokens；输出 tokens 免费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D5944-1D3D-45D6-A00F-871870B4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A69A5-1A1D-451B-8143-CA969DD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厂商披露的方向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3B26-F096-4565-B5EB-F5067B7A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官方称训练目标为 RLCD，并提到新架构与并行 sampler；同一组模型权重服务所有账户，不做客户数据微调。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36831-D256-4DD0-978D-8E0574D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2831B-79A0-48E6-8030-30FB651F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尚不能据此推断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83996-2DD9-4662-BD34-C2E9791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公开资料未提供可下载 Jev 权重或足以复现的模型架构 / 训练细节。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因此目前没有证据估算手机 NPU、SRAM、DRAM 带宽或单次本地能耗。</a:t>
            </a:r>
          </a:p>
        </p:txBody>
      </p:sp>
    </p:spTree>
    <p:extLst>
      <p:ext uri="{BB962C8B-B14F-4D97-AF65-F5344CB8AC3E}">
        <p14:creationId xmlns:p14="http://schemas.microsoft.com/office/powerpoint/2010/main" val="2010798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0EA09-1C44-4046-8E90-0BA40AE2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近期文献：测成本、稳定性、选择偏置与系统收益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8ACC4-C947-42C8-8FB6-FD71B60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[S3–S6] 2026 年 9 月 arXiv 预印本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981AB-CAD8-4C7F-B7C8-57AA026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3DD8-446C-4B9F-9E11-5D25E77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法律文档理解</a:t>
            </a:r>
          </a:p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arXiv:2609.27678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CB343-A305-49F7-9155-8EA1905B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38275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 Jev 与 9 个 LLM 比较成本、端到端耗时、准确率和条件 / 重复变化。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EEEA4-4097-4022-AA8F-CC4575D7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1128F-D590-4D2D-9DB0-11AA78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LLM-as-a-judge</a:t>
            </a:r>
          </a:p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arXiv:2609.26550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6A571-E5B1-4CB5-A676-A9610D2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用置信度把低风险判断自动接受、低置信样本升级给强 judge；也报告推导题与精心编造错误答案上的差距。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05C23-F47B-415D-ACC7-57A104D5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5F1EF-064B-4AF3-AA90-67BEC6C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6G edge orchestration</a:t>
            </a:r>
          </a:p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arXiv:2609.23136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8606C-9562-4EC9-A3CE-6FFBD90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90925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将 Jev 放在意图转执行契约的位置，数值调度器仍依据网络和队列状态分配工作。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585B3-D23D-481F-B962-260E4FE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369ED-847D-4010-871D-B5464653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选项名偏置</a:t>
            </a:r>
          </a:p>
          <a:p xmlns:a="http://schemas.openxmlformats.org/drawingml/2006/main">
            <a:pPr>
              <a:defRPr sz="15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arXiv:2609.26758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B9C63-5383-45B5-8125-09780A77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类型有效的答案也会被 label / rubric 对应关系影响；为 schema correctness 与 semantic correctness 分开评估。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602E0-C108-4B22-8A4C-DFBA7E42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共同限制：这些是不同任务、版本和评测设置的早期预印本，不等价于手机 SoC / 内核日志实测。</a:t>
            </a:r>
          </a:p>
        </p:txBody>
      </p:sp>
    </p:spTree>
    <p:extLst>
      <p:ext uri="{BB962C8B-B14F-4D97-AF65-F5344CB8AC3E}">
        <p14:creationId xmlns:p14="http://schemas.microsoft.com/office/powerpoint/2010/main" val="1646461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FF347-EC28-4F37-9F0C-EFED1C7F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公开比较：低成本 / 低耗时，准确率并非最高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75F1-DAD2-4C55-AE3D-9752F919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arXiv:2609.27678，官方 ContractNLI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6843B-F68E-4062-8574-9AA13E37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976DE-72DB-45F1-9C4E-240B3A8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模型配置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EDC24-4A1D-46C4-9BDC-C14AE19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85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准确率 / Macro-F1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F8EEC-26AB-4CC3-9671-B4728D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成本 / 合同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E0CD0-B042-4DCC-B78D-F6305281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85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客户端耗时 median / P95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E5FD5-E881-465E-A97A-871F67FC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2AD3C-9E05-430D-8944-44A57E8D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34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BEDA6-887A-43C5-83F9-57A0B5E3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 1.13.0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DA610-4EBC-4255-BE58-FAA6640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77.38% / 72.23%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98A22-7C29-4296-BE91-F2C05CD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$0.000228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7A34B-5DDF-4CD4-86DF-72AE3C6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1.24 s / 1.59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1BB13-589D-44FF-8377-2D628123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8AA97-D78D-4E86-BA0B-761659AC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Gemini 3.5 Flash-Lite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60DE-653D-4434-ACAC-E46C6DF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82.54% / 76.96%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858FF-9106-4CFD-AAF5-93FF6D2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$0.001353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3DCB0-673A-4A8E-ACC3-2AE8881F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1.60 s / 2.78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3FA2F-3A85-4530-930C-5A8713F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B79FC-5190-452F-B349-F3D0BD2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Gemini 3.1 Pro Preview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038A7-48DD-421C-9B5D-7459EACB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83.21% / 77.71%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608E2-594B-4C63-B2DE-1E4335D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814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$0.008474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F5E41-4C6B-4653-9C31-4A685A4E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814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3.73 s / 8.49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E6160-8427-47E2-9CE6-DA671B9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样本：123 份合同 / 2,091 个判断；每份一次请求 17 个标签。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F7648-E7C0-426D-A1AE-C4BA0DA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相对 Jev：Flash-Lite 准确率 +5.16 个百分点，成本约 5.9×；Pro 准确率更高，成本约 37×。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1A5C1-FEE9-4B50-AF38-4B20BBD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耗时含客户端准备、网络、服务端和响应校验；不是纯模型计算或设备端延迟。</a:t>
            </a:r>
          </a:p>
        </p:txBody>
      </p:sp>
    </p:spTree>
    <p:extLst>
      <p:ext uri="{BB962C8B-B14F-4D97-AF65-F5344CB8AC3E}">
        <p14:creationId xmlns:p14="http://schemas.microsoft.com/office/powerpoint/2010/main" val="860434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47F3C-D974-4570-8515-093B6AF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平均准确率、重复一致、持续正确是三种指标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B2ED-8C93-4592-B1EC-61AE174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arXiv:2609.27678，30-contract stability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39DD9-A09B-4C36-91FF-0356DDB8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7F344-4A43-4C81-B95D-C7FFAD11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同一 anchor：4 种请求条件 × 3 次重复 = 12 次回答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1ADA6-6BE9-423E-B464-547F6CF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5A711-A697-4788-A102-13CF23A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只看目标题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只答目标题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BD34A-3205-4DA4-83FA-A39A77C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59862-DE5F-447C-B413-361816F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3C7FF-4492-4118-80DE-B37F3022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看全部 17 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只答目标题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5259-5491-43B6-B153-76C187A2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F5811-FEB8-4938-8B0D-027BAAA3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B65D0-DD49-471A-849E-E4A1636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看全部 17 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回答全部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3682D-D9A1-4FE6-A505-5C814432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F876D-4604-4B5E-90D0-338E7B5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FE126-B697-4D42-A0D2-BB8CA89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全部题目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改变输出顺序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26866-2376-4B04-95D1-141D2E2B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B507F-6438-48A6-890D-E72AC58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BEC2F-B5A6-4018-B606-6595663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23 /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F73DB-FEB4-4A45-BF68-047EDCD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00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12 次都正确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1B976-164A-471A-9E5E-5312A76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5 个 anchor：一直答错但一致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507C4-777F-462E-AF9D-85941A98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2 个：有效答案发生变化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D1E97-CD59-4041-A5AE-4943FFE2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52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对照：Sonnet 24/30 持续正确；Qwen9B 平均正确率 79.17%（Jev 79.44%），但持续正确为 18/30。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74A31-E4B1-4A96-82AC-CC6C93B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论文结论：小样本未证明 Jev 普遍更稳定；一致回答也可能是稳定错误。</a:t>
            </a:r>
          </a:p>
        </p:txBody>
      </p:sp>
    </p:spTree>
    <p:extLst>
      <p:ext uri="{BB962C8B-B14F-4D97-AF65-F5344CB8AC3E}">
        <p14:creationId xmlns:p14="http://schemas.microsoft.com/office/powerpoint/2010/main" val="547687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B1585-4648-42A5-BB41-B7D9C0C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内核日志恰好会触发的边界问题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ABAA1-B1D6-49C0-BD82-3FE46F78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S2, S4] 官方 Jaggedness / Models；arXiv:2609.26758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82777-41CC-4327-BB7F-BC133A3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679B6-F270-4F9A-97DE-2356AA3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官方列出的 Jev 1.13 已知弱点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5B8B-F3A0-42F3-83AB-910AE3F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数字、计数、时间比较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97562-3A91-461F-A03E-49C7998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不要让模型算周期差、计数或阈值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6716E-C1CF-47CA-90EA-3125F0C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多跳指代与隐含条件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A7A5B-FF3D-46F6-9DD1-AF22FAE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479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先用 parser / 代码抽事件和时间窗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065B3-F466-4A8D-81F7-16B2543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大 state 中的无关噪声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274F6-D69E-46E7-8029-2AA47CED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432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保留原始证据与 build / SoC 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B0B4A-B2B3-4E9E-9E4B-440BB4B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相互矛盾的指令或标准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EB03B-6628-43DB-895C-D62B306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用中性选项名做对照、反事实测试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9F6D7-433E-441F-809E-CBA9B1C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9525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7982C-AB7D-4B53-ADAB-DD79349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F165E-5083-4383-A347-7F697A57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语言与数据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178AB-B5DC-435D-B287-3D30F9D7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81500"/>
            <a:ext cx="862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官方称英语是主要训练语言；CJK 可处理，但准确率未必同等。输入只支持文本：Perfetto trace、binary counter 和截图需先由代码提取。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42F26-0137-427B-94C3-EC854A1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AA435-FA46-40DE-A233-4CD4062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语义偏置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4157B-AE3C-45A6-B044-05B15A8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10200"/>
            <a:ext cx="862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类型有效 ≠ 依据正确：近期预印本发现选项命名可能改变判断方向。标签、rubric 和正反命题必须纳入回归测试。</a:t>
            </a:r>
          </a:p>
        </p:txBody>
      </p:sp>
    </p:spTree>
    <p:extLst>
      <p:ext uri="{BB962C8B-B14F-4D97-AF65-F5344CB8AC3E}">
        <p14:creationId xmlns:p14="http://schemas.microsoft.com/office/powerpoint/2010/main" val="1016591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C077-E57A-4099-9212-7C649BF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适合先试什么；什么不应交给它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D1644-105D-426B-B2B9-74198F0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Docs；基于手机系统软件的工程判断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5882F-E8B3-4D03-BE14-D40C80D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1A6D5-18C9-4831-83FD-BA544FE5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适合作为候选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886FC-501D-42C1-8DCF-780C15B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667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历史 crash / bug 工单分流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选择待分析子系统或故障类别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对文本化 trace 片段打严重度分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判断是否补采日志、升级人工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F3DCA-93C7-47A5-9FBF-FBFDA7C7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A5DC5-446A-40D5-AC6E-04F91BF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不应进入硬实时控制路径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44359-EC9A-492A-AF93-88E7165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中断、调度器、DVFS / 热控、内存回收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频率、电压、功耗上限与安全策略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精确计数、时序比较、锁与权限不变量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任何依赖云服务可用性的闭环控制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7F67D-1DC1-4D81-9C26-E04A9AA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候选模式：先做离线 / shadow 分类与人工复核；让固定代码处理计算、规则、权限和硬件动作。</a:t>
            </a:r>
          </a:p>
        </p:txBody>
      </p:sp>
    </p:spTree>
    <p:extLst>
      <p:ext uri="{BB962C8B-B14F-4D97-AF65-F5344CB8AC3E}">
        <p14:creationId xmlns:p14="http://schemas.microsoft.com/office/powerpoint/2010/main" val="6686774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9AB90-E88B-470B-BCFE-E214483A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建议的接入位置：诊断控制面，而非内核热路径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03C4C-6243-43FB-9C51-F66021DA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API Models；工程草图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A151A-CBC6-40AB-AF39-713E4A76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72D8C-417E-4857-9FF8-704B58F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1E652-CB93-4FDA-9E8F-D6BC04B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内核 / 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1317B-3F6B-40AB-8DF8-19073AA7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6478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dmesg、panic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ftrace / Perfetto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版本、SoC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2187A-6273-4B45-A1C0-B0B79DE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95450"/>
            <a:ext cx="21240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E2D95-99A4-4C67-AD8B-89DE2E66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确定性预处理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F59BF-F29B-46DB-BD1A-C77C7988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8192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切时间窗、解析计数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截取证据、去敏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 trace 转成文本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528EE-F2C2-4CB6-9D78-F846C63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95450"/>
            <a:ext cx="1885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78082-7384-4057-9641-FACD9B2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809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A70DA-05F7-41EA-BE5E-86BD5EDC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90750"/>
            <a:ext cx="1581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Choice：子系统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Score：严重度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Noul：是否升级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216E3-8D4F-4331-A148-51CE6829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695450"/>
            <a:ext cx="1771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16E3C-0003-4184-ABC5-68B08503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9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策略门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40A2B-6AD8-4A57-B603-989DD8CA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90750"/>
            <a:ext cx="1466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schema / version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置信阈值、超时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限流与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DFCEB-6955-4733-AF19-45E33273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95450"/>
            <a:ext cx="14573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59F41-393B-4142-B93A-2D4FB76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8097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FBF1D-8134-4E10-A538-56EEA2F7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90750"/>
            <a:ext cx="1152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工单队列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工程师复核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采集更多证据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09A33-CE1D-410B-B30F-27ABC62A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76073-64C8-4BEE-B618-FE0AB2F7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2CD5E-F745-4B46-9096-329BD3FE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18761-28E6-4A45-A1D9-BC055F2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C6CC4-0F09-484E-9BFE-B9D34BA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715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6B861-11A2-4464-95AF-0D28EA7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热路径旁路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49BA8-0188-4C36-AF85-3F34F967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67225"/>
            <a:ext cx="8020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 scheduler / governor 继续使用确定性逻辑。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timeout、断网、429 或低置信度 → 安全默认值 / 人工队列；不得等待模型后再做频率或温控决策。</a:t>
            </a:r>
          </a:p>
        </p:txBody>
      </p:sp>
    </p:spTree>
    <p:extLst>
      <p:ext uri="{BB962C8B-B14F-4D97-AF65-F5344CB8AC3E}">
        <p14:creationId xmlns:p14="http://schemas.microsoft.com/office/powerpoint/2010/main" val="814074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A3BD7-5082-47BC-82F8-115F0F9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把概念变成可否决的 SoC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6CA58-76CD-440C-8F0A-3F6F850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 方法启发；建议本项目预注册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C6C43-A903-4462-BDC4-64DD909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C9C85-F06C-4887-9BBD-894971F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192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数据与基线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F0260-BA51-43DE-B972-FF2BFE6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脱敏 crash / kernel issue / 文本化 trace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 SoC、Android / kernel 分支、Build 与时间留出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规则基线 + 传统分类器 + 结构化输出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5D730-3C57-48DE-ABB6-B95D08F4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192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判断质量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46ADA-6610-47D3-8DC0-AE5E56B5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每类 precision / recall、Macro-F1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高危问题 false negative 单独计分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ECE / Brier、risk–coverage 与人工升级率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01785-CA9B-4976-9E41-121C4B74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56532-A288-4B18-A954-8596ADD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系统表现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F573-0037-4D4E-B6FB-5549BFB2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0496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端到端 p50 / p95 / p99 · 并发 QPS · 429 / timeout / retry · token 成本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手机端网络唤醒与电量影响；仅取得本地模型后再测 NPU / CPU 能耗、内存与热稳态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3AC66-734D-423E-95C2-886E6E42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9779E-9FF3-46BC-802B-35634ECD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试点顺序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C7C17-4470-415D-9077-5BD18FD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离线冻结集 → shadow 模式 → 仅开放低风险工单分流；人工复核、版本固定、阈值预设、可回滚。Go / No-Go 门槛由产品风险和服务 SLA 先行定义。</a:t>
            </a:r>
          </a:p>
        </p:txBody>
      </p:sp>
    </p:spTree>
    <p:extLst>
      <p:ext uri="{BB962C8B-B14F-4D97-AF65-F5344CB8AC3E}">
        <p14:creationId xmlns:p14="http://schemas.microsoft.com/office/powerpoint/2010/main" val="6404608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0E0AF-138E-49AE-B0EB-99746D7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如果我是手机 SoC / 内核评审，我会先问这 12 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C9E37-7334-41FC-81F2-A9BF813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[S1–S3] 结合官方规格、论文边界与系统工程约束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68649-D9E3-458E-B688-EEB1665C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D54E8-45FD-452C-9462-F2D33BD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部署与硬件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0445F-3735-49A3-A9E1-16BB129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3827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运行位置是云、边缘还是设备内？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有可下载权重、端侧 runtime、NPU / QNN 适配吗？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p99 包不包括冷启动、排队、网络与解析？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 每次判断的 modem 唤醒 / 电量成本是多少？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32AAE-4D25-4D83-B1C4-7E3B8F8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6C814-1CC2-41BF-93BB-67559D4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任务与质量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14591-51EC-48BA-83F5-5910D0B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5 中文、芯片厂术语、新旧 kernel 分支上各自表现怎样？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 高危类漏报率及置信度校准按版本 / 机型拆开了吗？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7 选项重命名、提示边界变化、日志截断会不会翻转判断？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 没有证据时，如何输出 unknown 并安全升级？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88C81-6C92-4B25-BB3D-3080272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B1737-3AA8-4BDD-96FC-FEE05D0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安全与运维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4F71B-FAB8-4F67-BFBF-3628516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9 哪些输出只分流，哪些会触发外部动作？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10 429、超时、断网时的确定性 fallback 是什么？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11 日志留存、地域、脱敏、训练使用与审计条款是什么？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12 版本变更如何 pin、回归、灰度、回滚？</a:t>
            </a:r>
          </a:p>
        </p:txBody>
      </p:sp>
    </p:spTree>
    <p:extLst>
      <p:ext uri="{BB962C8B-B14F-4D97-AF65-F5344CB8AC3E}">
        <p14:creationId xmlns:p14="http://schemas.microsoft.com/office/powerpoint/2010/main" val="903528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9AD7-1A72-441E-B781-967CF92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参考来源与当前判断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6EEEC-80AD-4271-8E82-48C08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[S1–S8] 详见本页讲稿备注的完整链接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8BF50-1341-484E-A47A-5B23C44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5C0C-F373-4574-9D20-CE2109D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官方一手资料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A7FA0-EEB4-491E-A2C9-72D4A47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TypeSafe：Introduction / Models / Primitives / Confidence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TypeSafe：Jev 1.13 Jaggedness / Launch blog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03776-6250-424E-B41E-263EBFF5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用户提供的拆解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454F0-2D29-4887-ADCA-19CC645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skJack/-lip-：Jev 专题 README、事实核查与原始 HTML slide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（将厂商、社区反推、独立评测和推断分开）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6469B-8FA7-43C5-9A6D-4D7486C9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AE41E-F941-4A1E-99B3-8B35A5E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研究论文（均按 arXiv 版本引用）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78EFC-A1AE-4E83-A7E6-03A76E7F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1052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2609.27678  Same Scores, Different Decisions（Jev × ContractNLI）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2609.26550  JEV-as-a-Judge（置信度升级）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2609.26758  Type-Safe Is Not Error-Free（选项名偏置）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2609.23136  Jev for 6G Edge Orchestration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2110.01799  ContractNLI 数据集论文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30240-73E5-4E39-A8BE-01E795E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668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541CA-0FB5-4F9D-B9B0-D42E48B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BF901-0F7B-40D8-877E-26E4C5BC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86375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Jev 值得在非实时、低风险的语义分流中做 shadow 评估；是否进入手机系统，取决于端到端质量、p99、隐私与能耗证据。</a:t>
            </a:r>
          </a:p>
        </p:txBody>
      </p:sp>
    </p:spTree>
    <p:extLst>
      <p:ext uri="{BB962C8B-B14F-4D97-AF65-F5344CB8AC3E}">
        <p14:creationId xmlns:p14="http://schemas.microsoft.com/office/powerpoint/2010/main" val="91063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2026-09-26T14:32:11.9040000Z</dcterms:created>
  <dcterms:modified xsi:type="dcterms:W3CDTF">2026-09-26T14:32:11.9040000Z</dcterms:modified>
</coreProperties>
</file>