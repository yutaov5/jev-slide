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547c1b947645d2" /><Relationship Type="http://schemas.openxmlformats.org/officeDocument/2006/relationships/extended-properties" Target="/docProps/app.xml" Id="R7d67721ce0324549" /><Relationship Type="http://schemas.openxmlformats.org/officeDocument/2006/relationships/officeDocument" Target="/ppt/presentation.xml" Id="R9bfa875e0e38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f910817801420e"/>
  </p:sldMasterIdLst>
  <p:notesMasterIdLst>
    <p:notesMasterId xmlns:r="http://schemas.openxmlformats.org/officeDocument/2006/relationships" r:id="R186cbd3235b14a11"/>
  </p:notesMasterIdLst>
  <p:sldIdLst>
    <p:sldId xmlns:r="http://schemas.openxmlformats.org/officeDocument/2006/relationships" id="256" r:id="Rc38360d52b744adf"/>
    <p:sldId xmlns:r="http://schemas.openxmlformats.org/officeDocument/2006/relationships" id="257" r:id="R6ccffceb3cca4200"/>
    <p:sldId xmlns:r="http://schemas.openxmlformats.org/officeDocument/2006/relationships" id="258" r:id="Rffb8e3e680a24b6f"/>
    <p:sldId xmlns:r="http://schemas.openxmlformats.org/officeDocument/2006/relationships" id="259" r:id="R1eb3bc37bf5b406a"/>
    <p:sldId xmlns:r="http://schemas.openxmlformats.org/officeDocument/2006/relationships" id="260" r:id="R65b8b85b859846a8"/>
    <p:sldId xmlns:r="http://schemas.openxmlformats.org/officeDocument/2006/relationships" id="261" r:id="Rb47a7ecb142a4f56"/>
    <p:sldId xmlns:r="http://schemas.openxmlformats.org/officeDocument/2006/relationships" id="262" r:id="Rb78b5339cc8446eb"/>
    <p:sldId xmlns:r="http://schemas.openxmlformats.org/officeDocument/2006/relationships" id="263" r:id="R8ffb3117bbf744a9"/>
    <p:sldId xmlns:r="http://schemas.openxmlformats.org/officeDocument/2006/relationships" id="264" r:id="R49c286d90724404b"/>
    <p:sldId xmlns:r="http://schemas.openxmlformats.org/officeDocument/2006/relationships" id="265" r:id="R67ecad34aaf14d6e"/>
    <p:sldId xmlns:r="http://schemas.openxmlformats.org/officeDocument/2006/relationships" id="266" r:id="R9ee9197a0c3f4d09"/>
    <p:sldId xmlns:r="http://schemas.openxmlformats.org/officeDocument/2006/relationships" id="267" r:id="R99e463bb7f144517"/>
    <p:sldId xmlns:r="http://schemas.openxmlformats.org/officeDocument/2006/relationships" id="268" r:id="R13cc181f2b654e19"/>
    <p:sldId xmlns:r="http://schemas.openxmlformats.org/officeDocument/2006/relationships" id="269" r:id="Ra75713ef005144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59f9c16efd483a" /><Relationship Type="http://schemas.openxmlformats.org/officeDocument/2006/relationships/slideMaster" Target="/ppt/slideMasters/slideMaster1.xml" Id="R3af910817801420e" /><Relationship Type="http://schemas.openxmlformats.org/officeDocument/2006/relationships/notesMaster" Target="/ppt/notesMasters/notesMaster1.xml" Id="R186cbd3235b14a11" /><Relationship Type="http://schemas.openxmlformats.org/officeDocument/2006/relationships/presProps" Target="/ppt/presProps.xml" Id="Rfa086127bb8b45b0" /><Relationship Type="http://schemas.openxmlformats.org/officeDocument/2006/relationships/tableStyles" Target="/ppt/tableStyles.xml" Id="R5f997c61fa0c4dfa" /><Relationship Type="http://schemas.openxmlformats.org/officeDocument/2006/relationships/slide" Target="/ppt/slides/slide1.xml" Id="Rc38360d52b744adf" /><Relationship Type="http://schemas.openxmlformats.org/officeDocument/2006/relationships/slide" Target="/ppt/slides/slide2.xml" Id="R6ccffceb3cca4200" /><Relationship Type="http://schemas.openxmlformats.org/officeDocument/2006/relationships/slide" Target="/ppt/slides/slide3.xml" Id="Rffb8e3e680a24b6f" /><Relationship Type="http://schemas.openxmlformats.org/officeDocument/2006/relationships/slide" Target="/ppt/slides/slide4.xml" Id="R1eb3bc37bf5b406a" /><Relationship Type="http://schemas.openxmlformats.org/officeDocument/2006/relationships/slide" Target="/ppt/slides/slide5.xml" Id="R65b8b85b859846a8" /><Relationship Type="http://schemas.openxmlformats.org/officeDocument/2006/relationships/slide" Target="/ppt/slides/slide6.xml" Id="Rb47a7ecb142a4f56" /><Relationship Type="http://schemas.openxmlformats.org/officeDocument/2006/relationships/slide" Target="/ppt/slides/slide7.xml" Id="Rb78b5339cc8446eb" /><Relationship Type="http://schemas.openxmlformats.org/officeDocument/2006/relationships/slide" Target="/ppt/slides/slide8.xml" Id="R8ffb3117bbf744a9" /><Relationship Type="http://schemas.openxmlformats.org/officeDocument/2006/relationships/slide" Target="/ppt/slides/slide9.xml" Id="R49c286d90724404b" /><Relationship Type="http://schemas.openxmlformats.org/officeDocument/2006/relationships/slide" Target="/ppt/slides/slide10.xml" Id="R67ecad34aaf14d6e" /><Relationship Type="http://schemas.openxmlformats.org/officeDocument/2006/relationships/slide" Target="/ppt/slides/slide11.xml" Id="R9ee9197a0c3f4d09" /><Relationship Type="http://schemas.openxmlformats.org/officeDocument/2006/relationships/slide" Target="/ppt/slides/slide12.xml" Id="R99e463bb7f144517" /><Relationship Type="http://schemas.openxmlformats.org/officeDocument/2006/relationships/slide" Target="/ppt/slides/slide13.xml" Id="R13cc181f2b654e19" /><Relationship Type="http://schemas.openxmlformats.org/officeDocument/2006/relationships/slide" Target="/ppt/slides/slide14.xml" Id="Ra75713ef0051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1ffeb200d49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5dee337704696" /><Relationship Type="http://schemas.openxmlformats.org/officeDocument/2006/relationships/notesMaster" Target="/ppt/notesMasters/notesMaster1.xml" Id="R008f57bb49b14c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c8f3be2f34e62" /><Relationship Type="http://schemas.openxmlformats.org/officeDocument/2006/relationships/notesMaster" Target="/ppt/notesMasters/notesMaster1.xml" Id="R142ea3003e8b4c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60df54076c48b5" /><Relationship Type="http://schemas.openxmlformats.org/officeDocument/2006/relationships/notesMaster" Target="/ppt/notesMasters/notesMaster1.xml" Id="Rcc17fd5dd881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6cb6076e744e44" /><Relationship Type="http://schemas.openxmlformats.org/officeDocument/2006/relationships/notesMaster" Target="/ppt/notesMasters/notesMaster1.xml" Id="R133ae89d93fb42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cb17e645bb4f1b" /><Relationship Type="http://schemas.openxmlformats.org/officeDocument/2006/relationships/notesMaster" Target="/ppt/notesMasters/notesMaster1.xml" Id="Re450283e3dd844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9bf3c4f1a348f6" /><Relationship Type="http://schemas.openxmlformats.org/officeDocument/2006/relationships/notesMaster" Target="/ppt/notesMasters/notesMaster1.xml" Id="R245f886b283d46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d5bac51d144b6a" /><Relationship Type="http://schemas.openxmlformats.org/officeDocument/2006/relationships/notesMaster" Target="/ppt/notesMasters/notesMaster1.xml" Id="R95110ac3625d46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1eaa87f6184738" /><Relationship Type="http://schemas.openxmlformats.org/officeDocument/2006/relationships/notesMaster" Target="/ppt/notesMasters/notesMaster1.xml" Id="Rd1921d5fd52f47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0be0be73f84924" /><Relationship Type="http://schemas.openxmlformats.org/officeDocument/2006/relationships/notesMaster" Target="/ppt/notesMasters/notesMaster1.xml" Id="Rb93b6e7959a54a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709c3876ca4419" /><Relationship Type="http://schemas.openxmlformats.org/officeDocument/2006/relationships/notesMaster" Target="/ppt/notesMasters/notesMaster1.xml" Id="R59a1e3ca82414c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b2e8ad19064f9d" /><Relationship Type="http://schemas.openxmlformats.org/officeDocument/2006/relationships/notesMaster" Target="/ppt/notesMasters/notesMaster1.xml" Id="Re5d5768ac6ee4c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df5814d72942aa" /><Relationship Type="http://schemas.openxmlformats.org/officeDocument/2006/relationships/notesMaster" Target="/ppt/notesMasters/notesMaster1.xml" Id="R50c65a0701244d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83cb6ddf954628" /><Relationship Type="http://schemas.openxmlformats.org/officeDocument/2006/relationships/notesMaster" Target="/ppt/notesMasters/notesMaster1.xml" Id="R26112023582449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e6fd1e0ea94368" /><Relationship Type="http://schemas.openxmlformats.org/officeDocument/2006/relationships/notesMaster" Target="/ppt/notesMasters/notesMaster1.xml" Id="Rfe51fd1f131142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目标听众：手机 SoC、Linux 内核和系统软件开发工程师。把 Jev 当成候选决策接口来评估，不预设其适用于设备端或实时控制。用户提供的资料：https://github.com/skJack/-lip-/tree/main/08-%E7%AC%AC30%E6%9C%9F-Jev-%E4%B8%8D%E7%94%9F%E6%88%90%E6%96%87%E6%9C%AC%E7%9A%84%E5%86%B3%E7%AD%96%E6%A8%A1%E5%9E%8B 。TypeSafe 官方介绍：https://docs.typesafe.ai/introduction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将 Jev 定位为 System One 决策模型：同一 state 配合聚焦问题，返回可供软件路由、排序或升级复核的结构化答案。这里的 kernel panic/ftrace 示例是面向工程评审的假设工作流，不表示 Jev 已经在内核日志上验证。来源：https://docs.typesafe.ai/introduction ；https://www.typesafeai.org/jev ；用户提供资料的 README 与事实核查：https://github.com/skJack/-lip-/tree/main/08-%E7%AC%AC30%E6%9C%9F-Jev-%E4%B8%8D%E7%94%9F%E6%88%90%E6%96%87%E6%9C%AC%E7%9A%84%E5%86%B3%E7%AD%96%E6%A8%A1%E5%9E%8B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官方文档：Choice 返回 choice、probabilities、confidence：https://docs.typesafe.ai/primitives/choice ；Score 返回 score、probabilities、confidence：https://docs.typesafe.ai/primitives/score ；Noul 返回 yes 概率，不另给 confidence：https://docs.typesafe.ai/primitives/noul 。Introduction 说明可在同一 API 请求中混合三种问题并平行评估：https://docs.typesafe.ai/introduction 。所有类型面向文本 state；Model reference：https://docs.typesafe.ai/models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输出格式受问题 schema 约束，官方称其不存在 type error；这不等于判断为真。独立 arXiv 预印本《Type-Safe Is Not Error-Free》在 1,200 个工作流判断上研究 option name 与 rubric 的映射：对 hosted Jev，0/1 名称与 no/yes 名称交换使 AUC 从 .8146 降至 .5806，并观察到 0% type errors。此研究为单项预印本结果，应视作风险信号而非普遍效应：https://arxiv.org/abs/2609.26758 。官方 launch blog 对类型错误的说法：https://typesafe.ai/blog/introducing-system-one-models-and-jev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Models 文档截至 2026-09-26 列出 Jev 1.13.0、POST /v1/systemone、文本输入、64k 总请求与 32k state+最长单题限制、价格和动态调整的 rate limit：https://docs.typesafe.ai/models 。该页说明模型通过同一托管 endpoint 服务，模型 alias 会变，response 返回 versioned id；建议需要稳定阈值时 pin version。官方 blog 提到 RLCD、新架构和 parallel sampler：https://typesafe.ai/blog/introducing-system-one-models-and-jev 。同文称输入价格公开、但无法证明价格非补贴；不要把 token 价当作手机的单位能耗或系统总成本。用户提供的拆解文章在其更新时间点说明官方没有发布模型权重/完整结构文档，另引用创始人访谈的纯合成数据说法；后者是访谈陈述，不是公开训练集审计：https://github.com/skJack/-lip-/tree/main/08-%E7%AC%AC30%E6%9C%9F-Jev-%E4%B8%8D%E7%94%9F%E6%88%90%E6%96%87%E6%9C%AC%E7%9A%84%E5%86%B3%E7%AD%96%E6%A8%A1%E5%9E%8B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四篇 arXiv 预印本：Same Scores, Different Decisions (ContractNLI)：https://arxiv.org/abs/2609.27678 ；JEV-as-a-Judge：https://arxiv.org/abs/2609.26550 ；Fast Intent-Driven Service Orchestration with Jev for 6G Edge Networks：https://arxiv.org/abs/2609.23136 ；Type-Safe Is Not Error-Free：https://arxiv.org/abs/2609.26758 。JEV-as-a-Judge 报告其两个评测任务上与最强 judge 的差距、低置信升级策略以及需要推导或抵抗错误论证时的较大差距；这些是该预印本指定任务的结果。6G 论文的摘要明确将语言意图解释与数值调度分工。相关论文原文、LaTeX 和 PDF 索引见项目 related_work/README.md。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全部数值来自主比较论文的本地 LaTeX 表格 tables/test_completed_baseline.tex 与 test_response_time.tex，论文版本 arXiv:2609.27678。测试使用 ContractNLI 官方 test split 的 123 份合同、2,091 个 entailment / contradiction / not-mentioned 判断，每份 17 个标签。论文报告 Jev accuracy 77.38%、Macro-F1 72.23%、成本 $0.000228/contract、客户端 median 1.24s、P95 1.59s。Flash-Lite 为 82.54%、76.96%、$0.001353、1.60/2.78s；Gemini Pro Preview 为 83.21%、77.71%、$0.008474、3.73/8.49s。Flash-Lite 的相对成本 0.001353 / 0.000228 ≈ 5.93；Pro 相对成本 ≈37.2。论文明确说明 elapsed time 含 client preparation, connection, network, service processing, response validation；其延迟不能说明纯架构效率、设备端表现或并发吞吐。arXiv 页面：https://arxiv.org/abs/2609.27678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 stability panel 从官方测试集选择 30 份合同、每份一个 anchor target。4 条件 A-D 各做三次：A target only visible/requested; B all 17 visible but only target requested; C all 17 visible and requested; D all 17 requested with output/question order intervention. Jev 23/30 targets 在 12 次中持续正确，5 targets 是一致的稳定错误，2 targets 是有效但变化的标签。Jev 360 个 anchor responses 的平均正确率 79.44%，Qwen3.5-9B 为 79.17%，对应持续正确 23/30 与 18/30。Claude Sonnet 5 为 24/30，和 Jev 相差一个 target，配对区间跨零。论文明确不主张通用稳定性优势；小样本和条件定义限制外推。来源：https://arxiv.org/abs/2609.27678 ，特别参见本地 source/tables/test_anchor_outcomes_main.tex 与 main.tex 129-147 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官方 Jev 1.13 jaggedness 页面列出 literal reading、math/count/date comparison、indirection、large irrelevant state、adversarial input、contradictory criteria 等边界，并建议数学、日期组件和结构不变量由代码处理：https://docs.typesafe.ai/model-jaggedness/jev-1.13 。官方 Models 页说明英语为主要训练语言，CJK 可处理但表现不保证同等，输入为 text only：https://docs.typesafe.ai/models 。选项名 / rubric 偏置研究：https://arxiv.org/abs/2609.26758 。这里的手机内核日志工程建议是基于这些边界提出的验证计划，不是已完成的设备日志实验。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的公开定位覆盖 classification, routing, scoring, gating 等窄判断；官方同时建议数字逻辑、权限和长链推理留给代码或生成式模型：https://docs.typesafe.ai/introduction ；https://docs.typesafe.ai/model-jaggedness/jev-1.13 。这里区分日志分析/工单分流与内核硬实时动作，是按 Android/Linux 控制路径的时延、故障隔离、断网行为要求作的工程假设。未有本项目数据验证，不应将示例描述成 Jev 的现有能力。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此图是提议的接入架构，不是 TypeSafe 官方 SDK 参考设计，也不是已经在手机产品上验证的方案。官方 Jev 文本输入需将非文本数据预处理成 state：https://docs.typesafe.ai/models 。使用 typed outputs/confidence 作路由和 escalation 的官方建议见：https://docs.typesafe.ai/confidence 。Model alias 可能随发布变化，响应含实际 versioned model id；需要阈值稳定时应 pin 版本并记录：https://docs.typesafe.ai/models 。当前公开接口是托管 API；来源检索未发现可下载 Jev 权重，因此图中 API 不代表 NPU、本机推理。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主比较论文的做法值得借鉴：固定任务定义、请求条件和目标，保留无效输出并将其计入分母；分开报告准确率、持续正确和重复差异；以合同为 cluster bootstrap，而非把重复回答当独立样本。来源：https://arxiv.org/abs/2609.27678 。本页是建议的 Jev × 手机平台试点评估计划，不代表现有项目数据、已确定指标或合格阈值。建议在项目 AGENTS.md 仍未定义研究问题、数据和协议的背景下，先与系统 / 数据安全负责人定这些约束，再冻结实验。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这些问题是为 Huawei 手机 SoC / 内核工程评审场景提出的尽调清单，不是对 TypeSafe 的断言。公开 Model docs 列明 text-only、上下文、价格、动态 rate limit、别名版本行为与英文/CJK 说明：https://docs.typesafe.ai/models 。官方 confidence 文档明确 confidence 是概率分布的派生统计，阈值需根据风险选择：https://docs.typesafe.ai/confidence 。官方数据使用说明：https://docs.typesafe.ai/legal 。论文计时测的是请求端到端耗时而非芯片能耗或并发服务 QoS：https://arxiv.org/abs/2609.27678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 TypeSafe Introduction: https://docs.typesafe.ai/introduction ; Models: https://docs.typesafe.ai/models ; Primitives: https://docs.typesafe.ai/primitives ; Choice: https://docs.typesafe.ai/primitives/choice ; Score: https://docs.typesafe.ai/primitives/score ; Noul: https://docs.typesafe.ai/primitives/noul ; Confidence: https://docs.typesafe.ai/confidence ; Jev 1.13 jaggedness: https://docs.typesafe.ai/model-jaggedness/jev-1.13 .</a:t>
            </a:r>
          </a:p>
          <a:p xmlns:a="http://schemas.openxmlformats.org/drawingml/2006/main">
            <a:r>
              <a:t>S2 TypeSafe launch blog: https://typesafe.ai/blog/introducing-system-one-models-and-jev .</a:t>
            </a:r>
          </a:p>
          <a:p xmlns:a="http://schemas.openxmlformats.org/drawingml/2006/main">
            <a:r>
              <a:t>S3 Zhang et al., Same Scores, Different Decisions, arXiv:2609.27678: https://arxiv.org/abs/2609.27678 .</a:t>
            </a:r>
          </a:p>
          <a:p xmlns:a="http://schemas.openxmlformats.org/drawingml/2006/main">
            <a:r>
              <a:t>S4 Li et al., JEV-as-a-Judge: Accept When Confident, Escalate When Unsure, arXiv:2609.26550: https://arxiv.org/abs/2609.26550 .</a:t>
            </a:r>
          </a:p>
          <a:p xmlns:a="http://schemas.openxmlformats.org/drawingml/2006/main">
            <a:r>
              <a:t>S5 Sun et al., Type-Safe Is Not Error-Free: A Constrained Decision Head Follows the Option Name, Not the Rubric Bound to It, arXiv:2609.26758: https://arxiv.org/abs/2609.26758 .</a:t>
            </a:r>
          </a:p>
          <a:p xmlns:a="http://schemas.openxmlformats.org/drawingml/2006/main">
            <a:r>
              <a:t>S6 Li et al., Fast Intent-Driven Service Orchestration with Jev for 6G Edge Networks, arXiv:2609.23136: https://arxiv.org/abs/2609.23136 .</a:t>
            </a:r>
          </a:p>
          <a:p xmlns:a="http://schemas.openxmlformats.org/drawingml/2006/main">
            <a:r>
              <a:t>S7 Koreeda &amp; Manning, ContractNLI, arXiv:2110.01799: https://arxiv.org/abs/2110.01799 .</a:t>
            </a:r>
          </a:p>
          <a:p xmlns:a="http://schemas.openxmlformats.org/drawingml/2006/main">
            <a:r>
              <a:t>S8 User-provided source: https://github.com/skJack/-lip-/tree/main/08-%E7%AC%AC30%E6%9C%9F-Jev-%E4%B8%8D%E7%94%9F%E6%88%90%E6%96%87%E6%9C%AC%E7%9A%84%E5%86%B3%E7%AD%96%E6%A8%A1%E5%9E%8B ; local bibliography and PDFs/LaTeX in X:/Items/Jev-proj/related_work/ .</a:t>
            </a:r>
          </a:p>
          <a:p xmlns:a="http://schemas.openxmlformats.org/drawingml/2006/main">
            <a:r>
              <a:t>Use caution: the new Jev papers cited are arXiv preprints as of 2026-09-26. This deck does not treat vendor performance claims, independent small benchmarks, and comparative preprint results as equivalent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d8df8a1c34a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81f0e6a619413c" /><Relationship Type="http://schemas.openxmlformats.org/officeDocument/2006/relationships/slideLayout" Target="/ppt/slideLayouts/slideLayout1.xml" Id="R4ffc111883964d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fc111883964d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ff905a06b4409" /><Relationship Type="http://schemas.openxmlformats.org/officeDocument/2006/relationships/notesSlide" Target="/ppt/notesSlides/notesSlide1.xml" Id="R34d11d852989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66fb0d8ad4c8a" /><Relationship Type="http://schemas.openxmlformats.org/officeDocument/2006/relationships/notesSlide" Target="/ppt/notesSlides/notesSlide2.xml" Id="R5fb55aca4eb9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fe9de4d354c00" /><Relationship Type="http://schemas.openxmlformats.org/officeDocument/2006/relationships/notesSlide" Target="/ppt/notesSlides/notesSlide3.xml" Id="R0a14e42e126246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582a8782748a7" /><Relationship Type="http://schemas.openxmlformats.org/officeDocument/2006/relationships/notesSlide" Target="/ppt/notesSlides/notesSlide4.xml" Id="R30b9e1166a8747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bc265e8de4fb4" /><Relationship Type="http://schemas.openxmlformats.org/officeDocument/2006/relationships/notesSlide" Target="/ppt/notesSlides/notesSlide5.xml" Id="R803b216ea9a648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1554a40b34ae5" /><Relationship Type="http://schemas.openxmlformats.org/officeDocument/2006/relationships/notesSlide" Target="/ppt/notesSlides/notesSlide6.xml" Id="Rcaee60f512e74f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c43ff5e874581" /><Relationship Type="http://schemas.openxmlformats.org/officeDocument/2006/relationships/notesSlide" Target="/ppt/notesSlides/notesSlide7.xml" Id="R11326598726648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4387099bd43ad" /><Relationship Type="http://schemas.openxmlformats.org/officeDocument/2006/relationships/notesSlide" Target="/ppt/notesSlides/notesSlide8.xml" Id="Re7610056b36a49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884939f794bd3" /><Relationship Type="http://schemas.openxmlformats.org/officeDocument/2006/relationships/notesSlide" Target="/ppt/notesSlides/notesSlide9.xml" Id="R902402a73cca42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497a56ba54b9f" /><Relationship Type="http://schemas.openxmlformats.org/officeDocument/2006/relationships/notesSlide" Target="/ppt/notesSlides/notesSlide10.xml" Id="R2daa085f3f484e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2ff1aaa694c3f" /><Relationship Type="http://schemas.openxmlformats.org/officeDocument/2006/relationships/notesSlide" Target="/ppt/notesSlides/notesSlide11.xml" Id="Rb559953203b94a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da086a4b34a7b" /><Relationship Type="http://schemas.openxmlformats.org/officeDocument/2006/relationships/notesSlide" Target="/ppt/notesSlides/notesSlide12.xml" Id="R9c29257e15c944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4df91de964f4c" /><Relationship Type="http://schemas.openxmlformats.org/officeDocument/2006/relationships/notesSlide" Target="/ppt/notesSlides/notesSlide13.xml" Id="Rb08cc9ddaa4b4b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da5f7215940fd" /><Relationship Type="http://schemas.openxmlformats.org/officeDocument/2006/relationships/notesSlide" Target="/ppt/notesSlides/notesSlide14.xml" Id="R69bf30d3e5cc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0C791-4617-46CD-A4C1-7A746A9A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B34B2-D87C-4CEB-BA20-27DFC18B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不生成文本的决策模型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BF95-AC8D-4E03-B5A8-3A7F7481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从 TypeSafe 的 System One，到手机 SoC / Linux 内核工程评估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7972-232B-482B-8F6F-7417946B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67762-FA78-4772-9B75-C492784E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962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评审问题：什么判断适合交给模型？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它部署在哪一层？错误、延迟与能耗由谁兜底？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83A0B-C763-452A-8B97-136BDF0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960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基于官方文档、arXiv 预印本与用户提供的 Jev 拆解资料  |  2026-09-26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35C72-8D6A-4E74-8656-61DD9D0B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1498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DB2D1-934F-43D9-9018-AAC5E75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Jev：把语义判断变成软件可消费的结果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02B1E-33FF-4E44-8B50-119F0FF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[S1] TypeSafe 官方介绍与用户提供的拆解资料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F9E84-FE94-4C6C-9A37-45DAE57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0516-D964-4294-B582-CDA41717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状态 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59261-C074-42FD-82AB-CD9A8EE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panic / ftrace 窗口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机型、Build、复现步骤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D4E51-B037-4962-B569-3908FC92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5CC01-07C7-4A8E-A33F-437F09FB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问题 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C87F0-1E4E-4102-BE54-CC7BD4ED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是否 GPU hang？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哪个子系统？影响多严重？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3AD40-5539-451E-9FC8-8219603A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33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4EA9F-5AFF-4FF6-B22B-EFDF9F40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答案 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575A1-0A27-4C23-BD87-8628EE3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标签、分数与概率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供程序检查和排序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A08F8-6681-4F3D-AED5-A600258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0EA30-7057-46F1-8279-3746939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859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动作 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D8FC0-E2CB-4F10-8141-AE4D552F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81225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分流、补采证据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或交给工程师复核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1DFE6-1979-4E3D-808D-F895D84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0C305-1542-42AA-A2E1-138FDB6B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工程边界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42DEC-731E-45EE-919C-0E774F6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722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Jev 输出的是受限格式的判断，不是内核动作。</a:t>
            </a:r>
          </a:p>
          <a:p xmlns:a="http://schemas.openxmlformats.org/drawingml/2006/main">
            <a:pPr>
              <a:def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权限、状态转换、阈值、硬件控制仍由代码负责。</a:t>
            </a:r>
          </a:p>
        </p:txBody>
      </p:sp>
    </p:spTree>
    <p:extLst>
      <p:ext uri="{BB962C8B-B14F-4D97-AF65-F5344CB8AC3E}">
        <p14:creationId xmlns:p14="http://schemas.microsoft.com/office/powerpoint/2010/main" val="560192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84C97-D1D2-4B74-864A-C2F2A740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API 契约：三种窄问题，共享一份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F77E2-2098-45EC-A422-DDD497A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[S1] TypeSafe Primitives / Models 文档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55A6B-DADF-4F2B-9832-A00DCBA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E0E8E-7B8D-4708-B91A-E520283E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147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FF598-376E-40F0-BF48-60C8332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Choice｜离散选项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95141-E88E-4572-A904-B64AFFAE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3009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适合：子系统、故障类别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输出：所选标签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＋每个选项的概率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1E3DA-230A-4135-A546-5137794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33147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4A321-ABAB-4E7A-8DAC-51F36B8A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Score｜有序等级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A89BB-33E3-45A1-9270-ED2FF1F2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7400"/>
            <a:ext cx="3009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适合：严重度、风险级别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输出：等级位置分数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＋逐级概率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ABB02-B4DB-4BE9-A709-F55E7C44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147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0E794-399B-4717-AFEA-D96F0B54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Noul｜是 / 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183B8-9FCF-4CF1-8506-2F0A6DB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3009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适合：是否存在某特征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输出：P(yes) ∈ [0,1]</a:t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没有单独的 confidence 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DF635-3184-4AC3-B1A0-676AFC3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同一个请求可混用三类问题；每题独立判断同一 state。程序决定怎样组合答案。</a:t>
            </a:r>
          </a:p>
        </p:txBody>
      </p:sp>
    </p:spTree>
    <p:extLst>
      <p:ext uri="{BB962C8B-B14F-4D97-AF65-F5344CB8AC3E}">
        <p14:creationId xmlns:p14="http://schemas.microsoft.com/office/powerpoint/2010/main" val="1067758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137F5-0559-49CC-BE5C-59A8DECE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类型安全减少接口错误，不保证语义正确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8AE84-D9CB-4BF7-B45E-90EB0BE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S3] TypeSafe 官方说明；近期独立预印本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A9CE9-3E58-4561-9E45-BBE4E4B8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4AFAC-05FA-4F8D-8FE7-8DF2026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生成式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BEDE7-39DB-4681-B09E-5D3B5D88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972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自由文本 → JSON / schema 解析 → 校验 / 重试 → 业务代码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7C41E-39E8-47AC-8CC8-30121A33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763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13A27-F080-40B4-B368-81365FD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state + typed question → 固定结构答案 / 概率 → 业务代码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0C750-CCA7-4EC9-8BC2-5CFF9787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5830B-249B-4869-B758-9B9DB9B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少掉一类故障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EC3C2-75E4-4AF9-8A70-F99B167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输出字段和标签集合由问题定义；避免自由文本格式漂移与解析失败。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BEF93-5584-4408-A8E7-05A0B06E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仍然存在的故障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D7A1F-6F18-4451-B090-2B1915C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模型仍可能选错标签、误读标准，或给出未经本地校准的概率。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E366F-028C-4AF0-8395-2DE3C13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研究警示：1,200 个工作流判断中，仅交换 0/1 与 no/yes 名称，Jev AUC 从 0.8146 降到 0.5806；type-error 仍为 0%。</a:t>
            </a:r>
          </a:p>
        </p:txBody>
      </p:sp>
    </p:spTree>
    <p:extLst>
      <p:ext uri="{BB962C8B-B14F-4D97-AF65-F5344CB8AC3E}">
        <p14:creationId xmlns:p14="http://schemas.microsoft.com/office/powerpoint/2010/main" val="2038266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70CE3-222B-4C9A-8D40-965EEDF4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当前公开接口能确认什么；哪些仍未知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5953F-1D94-432F-932E-1DBAFE0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S2] TypeSafe 官方 API / 模型说明；社区事实核查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C6770-C3D0-42E9-883B-7A0E98CD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D2AB0-7881-4C06-AA9C-6F2019D2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可核验的接口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5D031-A06A-473E-815D-72648ABF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jev-1.13.0 · POST /v1/systemone · 文本输入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64k tokens / 请求；state + 最长单题 ≤ 32k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$0.042 / 百万输入 tokens；输出 tokens 免费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89897-5E6E-4DEC-87C4-A3AC4659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5FD8F-BA28-41A7-8544-C21D3EE3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厂商披露的方向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8C451-98B2-4BDA-B1CA-0E236C03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官方称训练目标为 RLCD，并提到新架构与并行 sampler；同一组模型权重服务所有账户，不做客户数据微调。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CA236-6892-4509-8738-6107B41A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6FACF-67B5-49BE-A2D5-EB3F6DF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尚不能据此推断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6B183-F37F-4208-9F1C-9B61663A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公开资料未提供可下载 Jev 权重或足以复现的模型架构 / 训练细节。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因此目前没有证据估算手机 NPU、SRAM、DRAM 带宽或单次本地能耗。</a:t>
            </a:r>
          </a:p>
        </p:txBody>
      </p:sp>
    </p:spTree>
    <p:extLst>
      <p:ext uri="{BB962C8B-B14F-4D97-AF65-F5344CB8AC3E}">
        <p14:creationId xmlns:p14="http://schemas.microsoft.com/office/powerpoint/2010/main" val="955709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12E6B-F3CC-429C-806C-F9264991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近期文献：测成本、稳定性、选择偏置与系统收益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50757-F626-4BDF-916E-67A2F653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[S3–S6] 2026 年 9 月 arXiv 预印本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15E41-D3CD-40AF-8C8E-7EC8D984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D6EC1-F07A-47C6-A844-4ACCA079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法律文档理解｜arXiv:2609.27678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C5952-B8D5-46B8-87F0-CD5CD6F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38275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 Jev 与 9 个 LLM 比较成本、端到端耗时、准确率和条件 / 重复变化。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97B5D-3B00-422D-B73D-F0814C1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91181-CB80-4551-89A1-A6AAFAB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LLM-as-a-judge｜arXiv:2609.26550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78BA6-B50D-4C70-B158-54082C5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用置信度把低风险判断自动接受、低置信样本升级给强 judge；也报告推导题与精心编造错误答案上的差距。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3F002-DBB2-4DB6-B210-C01134FD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9113-E943-4422-BD67-DAD198E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6G edge orchestration｜arXiv:2609.23136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327E6-9AF9-465E-9D6C-722A1DC6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90925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将 Jev 放在意图转执行契约的位置，数值调度器仍依据网络和队列状态分配工作。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85291-BD82-4028-A5B1-B46E9613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C547A-CB01-42C9-9465-138B8E54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选项名偏置｜arXiv:2609.26758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4CF50-3F1A-452C-8386-05E7EBB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类型有效的答案也会被 label / rubric 对应关系影响；为 schema correctness 与 semantic correctness 分开评估。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4346E-9476-4946-9D39-751C48E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共同限制：这些是不同任务、版本和评测设置的早期预印本，不等价于手机 SoC / 内核日志实测。</a:t>
            </a:r>
          </a:p>
        </p:txBody>
      </p:sp>
    </p:spTree>
    <p:extLst>
      <p:ext uri="{BB962C8B-B14F-4D97-AF65-F5344CB8AC3E}">
        <p14:creationId xmlns:p14="http://schemas.microsoft.com/office/powerpoint/2010/main" val="1567582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4EB0F-C9CB-4BCE-903C-6DC6B74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公开比较：低成本 / 低耗时，准确率并非最高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37A3C-FE78-4489-936A-1C0E76A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[S3] arXiv:2609.27678，官方 ContractNLI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67ABB-652F-4BEB-A983-245E9E2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1EE2A-A401-45B5-AD80-92F3EEE9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模型配置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D18FC-333D-4B80-81D4-1383632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85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准确率 / Macro-F1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C7567-BBC6-4C3E-A018-7E4B871E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859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成本 / 合同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AC11E-EC5C-42B4-A2D9-B40D8AE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85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客户端耗时 median / P95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5A83D-2D37-42FE-908D-20F36D4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0899F-04E9-4BD0-83B5-E9D92427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734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FF4D8-F86E-4AB9-94E4-C7AB2C1C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 1.13.0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6BFA1-149F-4A00-BCAF-F09EFCD4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77.38% / 72.23%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760A5-4968-4F6B-910C-A68E435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$0.000228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9ABFB-3680-4CD7-B801-C6BE63D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1.24 s / 1.59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483C5-994A-4BA4-BDF4-CE823AC5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2EA44-9835-480C-A5C7-E6B1DC9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Gemini 3.5 Flash-Lite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EAA52-9C2C-4DBF-93F4-4B8042B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82.54% / 76.96%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E5E6C-610E-4DEA-8D01-5833C993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$0.001353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15F8E-8A20-48E1-923B-B0715096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1.60 s / 2.78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0127B-360F-43E1-BD9C-6E01075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4D19D-4985-41F2-918F-18EC152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Gemini 3.1 Pro Preview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F9BE6-414C-4CD9-9BCE-6CB2AF58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83.21% / 77.71%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D766A-E5C0-41F9-9A5A-4E77BC5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814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$0.008474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E5A58-FB5F-4F62-8FA2-0B045FF9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814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3.73 s / 8.49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FDE7F-CE5D-4D17-934D-A74753AC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样本：123 份合同 / 2,091 个判断；每份一次请求 17 个标签。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2949F-B2AA-41CE-925B-66D97FA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相对 Jev：Flash-Lite 准确率 +5.16 个百分点，成本约 5.9×；Pro 准确率更高，成本约 37×。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41C62-4BE5-4D2C-891F-7B5420AE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耗时含客户端准备、网络、服务端和响应校验；不是纯模型计算或设备端延迟。</a:t>
            </a:r>
          </a:p>
        </p:txBody>
      </p:sp>
    </p:spTree>
    <p:extLst>
      <p:ext uri="{BB962C8B-B14F-4D97-AF65-F5344CB8AC3E}">
        <p14:creationId xmlns:p14="http://schemas.microsoft.com/office/powerpoint/2010/main" val="1555632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C7FED-43C0-4F7B-91A1-43F41BDD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平均准确率、重复一致、持续正确是三种指标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BA7B7-882D-4848-988B-BF2E15B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[S3] arXiv:2609.27678，30-contract stability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FF1AD-414B-4D9B-9509-2612CFD9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FFE32-4205-472C-867C-4A52ED13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同一 anchor：4 种请求条件 × 3 次重复 = 12 次回答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7CCE2-0C7C-4525-A9B6-96350393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029ED-2635-4C92-90D8-05645CC7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只看目标题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只答目标题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9EBCC-A9D1-4D07-BFB0-762E684B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28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28CA8-B5B4-4773-8A26-792DFB7E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E2300-5862-4F46-BBF2-CB610F5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看全部 17 题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只答目标题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8B1D2-E1B1-4FB4-B2FE-27EEB02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28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BCAFD-44D5-4757-B9AC-B655925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096F1-4077-4ADB-9190-80FB84C9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看全部 17 题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回答全部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44D62-30B8-4E03-BBF3-DA5B855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C274-0F0B-44BA-95A1-A35A3382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37D6A-20BA-49BF-9E54-861332E8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全部题目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改变输出顺序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2FA46-8F2A-44A2-A2E6-B32DB97E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020B7-8834-4B8C-AC68-6C5BC20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59574-45BF-4D37-86DA-55D3B6F9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23 / 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795CB-F525-40CF-ACC2-55F116E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00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12 次都正确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B4D1B-5EA4-468C-A57A-ADAF7F56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5 个 anchor：一直答错但一致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B611E-606E-4F6F-89C9-33C559CF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2 个：有效答案发生变化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AC0F7-F952-472D-ABC6-C3CC184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52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对照：Sonnet 24/30 持续正确；Qwen9B 平均正确率 79.17%（Jev 79.44%），但持续正确为 18/30。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B7586-A536-4442-BE44-A3962A6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论文结论：小样本未证明 Jev 普遍更稳定；一致回答也可能是稳定错误。</a:t>
            </a:r>
          </a:p>
        </p:txBody>
      </p:sp>
    </p:spTree>
    <p:extLst>
      <p:ext uri="{BB962C8B-B14F-4D97-AF65-F5344CB8AC3E}">
        <p14:creationId xmlns:p14="http://schemas.microsoft.com/office/powerpoint/2010/main" val="1759210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22DC8-9F67-4229-9418-97E19D4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内核日志恰好会触发的边界问题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6530F-130A-433F-AD2F-D59E93D9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S2, S4] 官方 Jaggedness / Models；arXiv:2609.26758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8E913-357C-4F3D-BD5A-FC577F0F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9EC2E-9D8F-4DCD-A6D4-20C5201C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官方列出的 Jev 1.13 已知弱点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EEDC8-CEAB-4B39-A129-77B8C056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数字、计数、时间比较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32068-BAA5-45E9-B3A4-769E6668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不要让模型算周期差、计数或阈值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F2D56-B229-46AB-882D-908E47B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多跳指代与隐含条件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A657B-D8C1-4D40-8ADB-0C180012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479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先用 parser / 代码抽事件和时间窗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DADAB-F9A6-4D64-89A5-02F0B60B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大 state 中的无关噪声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F9915-1532-414F-8274-75C0F94E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432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保留原始证据与 build / SoC 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120D4-BFCC-4FE0-8105-A4967580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• 相互矛盾的指令或标准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32362-6A6A-4FD5-B8A5-9190D7F0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用中性选项名做对照、反事实测试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4F96F-D5D8-4E2D-A268-BA80CA7E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76425"/>
            <a:ext cx="9525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561D2-60E0-491A-B4EB-C143FDB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7EAB2-2900-4B3D-9470-E354CBB9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语言与数据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E67AD-088D-4F64-A02D-69A2FFC7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81500"/>
            <a:ext cx="862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官方称英语是主要训练语言；CJK 可处理，但准确率未必同等。输入只支持文本：Perfetto trace、binary counter 和截图需先由代码提取。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1F12E-89AA-43C9-9C1B-038E775F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78A9D-608B-4B5F-92B4-388EDF09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语义偏置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EF8F0-785D-4E23-9A7A-67B50A11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10200"/>
            <a:ext cx="862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类型有效 ≠ 依据正确：近期预印本发现选项命名可能改变判断方向。标签、rubric 和正反命题必须纳入回归测试。</a:t>
            </a:r>
          </a:p>
        </p:txBody>
      </p:sp>
    </p:spTree>
    <p:extLst>
      <p:ext uri="{BB962C8B-B14F-4D97-AF65-F5344CB8AC3E}">
        <p14:creationId xmlns:p14="http://schemas.microsoft.com/office/powerpoint/2010/main" val="1138265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CC9E-8C1B-4AD4-8B4A-3508A991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适合先试什么；什么不应交给它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16FB6-5022-4633-8B2B-BEFE2A3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S2] TypeSafe Docs；基于手机系统软件的工程判断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4BF83-16E0-49BC-B202-14C7B1BD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8C973-7A25-461A-B3DB-9C46F14F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适合作为候选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0A70A-E3B1-471E-BF4B-3BE072F0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667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历史 crash / bug 工单分流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选择待分析子系统或故障类别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对文本化 trace 片段打严重度分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判断是否补采日志、升级人工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6925E-3C87-4A45-A38C-704D2210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AC3FF-FE98-433A-943D-F3C954E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不应进入硬实时控制路径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31B7B-FCF7-4CDF-90A1-92FB7B22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02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中断、调度器、DVFS / 热控、内存回收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频率、电压、功耗上限与安全策略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精确计数、时序比较、锁与权限不变量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任何依赖云服务可用性的闭环控制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A3698-0BA1-47DF-B383-C864C0C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候选模式：先做离线 / shadow 分类与人工复核；让固定代码处理计算、规则、权限和硬件动作。</a:t>
            </a:r>
          </a:p>
        </p:txBody>
      </p:sp>
    </p:spTree>
    <p:extLst>
      <p:ext uri="{BB962C8B-B14F-4D97-AF65-F5344CB8AC3E}">
        <p14:creationId xmlns:p14="http://schemas.microsoft.com/office/powerpoint/2010/main" val="524415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A93F2-73F7-4638-9E46-76B22A56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建议的接入位置：诊断控制面，而非内核热路径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13E34-8781-46FE-BF07-C511F5F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[S1, S2] TypeSafe API Models；工程草图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AD460-112D-4C36-929A-55C3233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F9B41-50CF-48F0-A914-192C01C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12712-E568-4E6F-85FB-91F87A8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445"/>
                </a:solidFill>
                <a:latin typeface="Microsoft YaHei"/>
                <a:ea typeface="Microsoft YaHei"/>
                <a:cs typeface="Microsoft YaHei"/>
              </a:rPr>
              <a:t>内核 / 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449A5-1572-4ABC-88BE-41B4F46D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6478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dmesg、panic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ftrace / Perfetto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版本、SoC、Build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0ECE-0BCB-4659-A952-D55DE606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95450"/>
            <a:ext cx="21240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EB89B-3047-4AE4-B215-3F7704D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确定性预处理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8808D-5BD5-4C37-AA60-AE91616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8192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切时间窗、解析计数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截取证据、去敏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把 trace 转成文本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BC329-8824-45D4-86AB-DE2B7FC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95450"/>
            <a:ext cx="1885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9344F-AF9E-4C13-9A93-904570EE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809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Jev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349C4-5DC8-47C2-A578-059D143E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90750"/>
            <a:ext cx="1581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Choice：子系统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Score：严重度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Noul：是否升级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DE0E6-0B58-491F-8FA0-6DE0DD7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695450"/>
            <a:ext cx="1771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C0C23-84BE-40AA-A7D2-A7258186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9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策略门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96EDB-6B48-4F12-A138-C0481AB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90750"/>
            <a:ext cx="1466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schema / version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置信阈值、超时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限流与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E7F55-ACF7-4091-BEC8-961C0049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695450"/>
            <a:ext cx="14573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D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39000-AE8C-4EA4-B584-CDAABA5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8097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7736B-CDF9-433C-A869-3438897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90750"/>
            <a:ext cx="1152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工单队列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工程师复核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采集更多证据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4D9C6-D3C9-496C-802D-D7151D0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AA037-A9A1-47DD-A396-C894BC45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39033-CC05-41A0-AC43-16415286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FDA79-9070-43CE-833A-BDF8285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28875"/>
            <a:ext cx="37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E52EA-E257-485E-B507-8AADD06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715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77C4B-31BE-4295-8E7B-F717548B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热路径旁路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972F3-77D7-48F4-B626-5D7527A1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67225"/>
            <a:ext cx="8020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 scheduler / governor 继续使用确定性逻辑。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timeout、断网、429 或低置信度 → 安全默认值 / 人工队列；不得等待模型后再做频率或温控决策。</a:t>
            </a:r>
          </a:p>
        </p:txBody>
      </p:sp>
    </p:spTree>
    <p:extLst>
      <p:ext uri="{BB962C8B-B14F-4D97-AF65-F5344CB8AC3E}">
        <p14:creationId xmlns:p14="http://schemas.microsoft.com/office/powerpoint/2010/main" val="2097926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81ECE-F519-4B5A-A7CD-4A2FD1D0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把概念变成可否决的 SoC 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58CA3-076C-4B44-AD32-ED45DEF5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[S3] arXiv:2609.27678 方法启发；建议本项目预注册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B1166-DB74-4A46-97BF-358466D7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80117-5FBE-4213-BCCE-D027977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192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数据与基线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BE9B8-2A2A-4B26-9719-E3A174C8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脱敏 crash / kernel issue / 文本化 trace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 SoC、Android / kernel 分支、Build 与时间留出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规则基线 + 传统分类器 + 结构化输出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2ABB-E816-449C-A479-C0638898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192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判断质量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8D3F1-02B1-46CC-82C3-72A06BD0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000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每类 precision / recall、Macro-F1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高危问题 false negative 单独计分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ECE / Brier、risk–coverage 与人工升级率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14A06-65D9-48B7-97C5-D3DD7650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D0EC9-BFB3-4767-B2BB-7106434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系统表现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CE616-C49F-4E17-9EDC-6E603B3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0496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端到端 p50 / p95 / p99 · 并发 QPS · 429 / timeout / retry · token 成本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手机端网络唤醒与电量影响；仅取得本地模型后再测 NPU / CPU 能耗、内存与热稳态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0F99B-F5D7-4B57-B0EC-510D9B55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5A255-9408-42D4-9377-ECF3162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52A2A"/>
                </a:solidFill>
                <a:latin typeface="Microsoft YaHei"/>
                <a:ea typeface="Microsoft YaHei"/>
                <a:cs typeface="Microsoft YaHei"/>
              </a:rPr>
              <a:t>试点顺序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A1DC4-DDA1-4585-9234-74EA8A2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离线冻结集 → shadow 模式 → 仅开放低风险工单分流；人工复核、版本固定、阈值预设、可回滚。Go / No-Go 门槛由产品风险和服务 SLA 先行定义。</a:t>
            </a:r>
          </a:p>
        </p:txBody>
      </p:sp>
    </p:spTree>
    <p:extLst>
      <p:ext uri="{BB962C8B-B14F-4D97-AF65-F5344CB8AC3E}">
        <p14:creationId xmlns:p14="http://schemas.microsoft.com/office/powerpoint/2010/main" val="11821898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94AE4-BAD2-4C60-8EF6-403CF8A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如果我是手机 SoC / 内核评审，我会先问这 12 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63152-487A-4AA2-9BDA-3F8FFD3E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[S1–S3] 结合官方规格、论文边界与系统工程约束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3507-1F91-4F84-B161-01E91854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0CD1B-9212-4995-ADB5-2ECC3B0C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部署与硬件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1E584-4874-4332-BF4F-3D90B3FE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38275"/>
            <a:ext cx="814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运行位置是云、边缘还是设备内？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有可下载权重、端侧 runtime、NPU / QNN 适配吗？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p99 包不包括冷启动、排队、网络与解析？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 每次判断的 modem 唤醒 / 电量成本是多少？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1AF45-E5D5-4CD3-8818-91786E7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985F8-246B-4456-9071-0F95090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任务与质量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B059-D9DF-4885-958F-11FB87F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814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5 中文、芯片厂术语、新旧 kernel 分支上各自表现怎样？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 高危类漏报率及置信度校准按版本 / 机型拆开了吗？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7 选项重命名、提示边界变化、日志截断会不会翻转判断？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8 没有证据时，如何输出 unknown 并安全升级？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F6378-A401-41CF-A6B9-D9018897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86202-4746-450B-B0CB-CD54CCCC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安全与运维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9093F-E509-4FDA-AD74-8F0FCFAD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814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9 哪些输出只分流，哪些会触发外部动作？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10 429、超时、断网时的确定性 fallback 是什么？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11 日志留存、地域、脱敏、训练使用与审计条款是什么？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12 版本变更如何 pin、回归、灰度、回滚？</a:t>
            </a:r>
          </a:p>
        </p:txBody>
      </p:sp>
    </p:spTree>
    <p:extLst>
      <p:ext uri="{BB962C8B-B14F-4D97-AF65-F5344CB8AC3E}">
        <p14:creationId xmlns:p14="http://schemas.microsoft.com/office/powerpoint/2010/main" val="5136750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8EE52-3B82-435F-AAD4-062998E6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参考来源与当前判断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BB614-B369-4496-AF10-CC4608E9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[S1–S8] 详见本页讲稿备注的完整链接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8F0FF-FF49-4554-B310-E65BB3CB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B9227-6656-47CC-AE70-3673189C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官方一手资料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76292-C88F-4CFA-9F94-7CDFAE8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TypeSafe：Introduction / Models / Primitives / Confidence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TypeSafe：Jev 1.13 Jaggedness / Launch blog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D5216-E6A1-4EB8-9CC7-AE7E07CC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用户提供的拆解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DA074-93F6-462F-BE1D-1F90F50A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skJack/-lip-：Jev 专题 README、事实核查与原始 HTML slide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（将厂商、社区反推、独立评测和推断分开）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9083B-5C69-4CF3-A49C-B1ED0FB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A4B6D-6813-4EB8-B5DF-7430A41B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B00"/>
                </a:solidFill>
                <a:latin typeface="Microsoft YaHei"/>
                <a:ea typeface="Microsoft YaHei"/>
                <a:cs typeface="Microsoft YaHei"/>
              </a:rPr>
              <a:t>研究论文（均按 arXiv 版本引用）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01869-FD8F-4043-AE29-BD7EEE3D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1052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2609.27678  Same Scores, Different Decisions（Jev × ContractNLI）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2609.26550  JEV-as-a-Judge（置信度升级）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2609.26758  Type-Safe Is Not Error-Free（选项名偏置）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2609.23136  Jev for 6G Edge Orchestration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2110.01799  ContractNLI 数据集论文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1DD4C-5ADE-4478-B0A4-A73B98E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668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4E446-DE0C-47F8-A0A3-D94B37E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3F4B-288D-48F4-B6E7-BA7EBF6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86375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Jev 值得在非实时、低风险的语义分流中做 shadow 评估；是否进入手机系统，取决于端到端质量、p99、隐私与能耗证据。</a:t>
            </a:r>
          </a:p>
        </p:txBody>
      </p:sp>
    </p:spTree>
    <p:extLst>
      <p:ext uri="{BB962C8B-B14F-4D97-AF65-F5344CB8AC3E}">
        <p14:creationId xmlns:p14="http://schemas.microsoft.com/office/powerpoint/2010/main" val="1120551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2026-09-26T14:29:48.0290000Z</dcterms:created>
  <dcterms:modified xsi:type="dcterms:W3CDTF">2026-09-26T14:29:48.0290000Z</dcterms:modified>
</coreProperties>
</file>